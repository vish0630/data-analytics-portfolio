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1" r:id="rId4"/>
    <p:sldId id="272" r:id="rId5"/>
    <p:sldId id="258" r:id="rId6"/>
    <p:sldId id="264" r:id="rId7"/>
    <p:sldId id="270" r:id="rId8"/>
    <p:sldId id="265" r:id="rId9"/>
    <p:sldId id="266" r:id="rId10"/>
    <p:sldId id="267" r:id="rId11"/>
    <p:sldId id="268" r:id="rId12"/>
    <p:sldId id="269" r:id="rId13"/>
    <p:sldId id="275" r:id="rId14"/>
    <p:sldId id="276" r:id="rId15"/>
    <p:sldId id="277" r:id="rId16"/>
    <p:sldId id="278" r:id="rId17"/>
    <p:sldId id="259" r:id="rId18"/>
    <p:sldId id="279" r:id="rId19"/>
    <p:sldId id="274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C408C2-7283-43EA-AF49-1A299F956FB2}" v="11" dt="2026-03-03T07:00:45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il gupta" userId="59420717c9741116" providerId="LiveId" clId="{0E572098-B9B2-447A-9A3E-1FD387694667}"/>
    <pc:docChg chg="undo redo custSel addSld delSld modSld sldOrd">
      <pc:chgData name="sahil gupta" userId="59420717c9741116" providerId="LiveId" clId="{0E572098-B9B2-447A-9A3E-1FD387694667}" dt="2026-03-03T14:55:30.932" v="2877" actId="2696"/>
      <pc:docMkLst>
        <pc:docMk/>
      </pc:docMkLst>
      <pc:sldChg chg="addSp delSp modSp mod modTransition">
        <pc:chgData name="sahil gupta" userId="59420717c9741116" providerId="LiveId" clId="{0E572098-B9B2-447A-9A3E-1FD387694667}" dt="2026-03-01T14:58:48.192" v="2114" actId="27636"/>
        <pc:sldMkLst>
          <pc:docMk/>
          <pc:sldMk cId="2760088946" sldId="256"/>
        </pc:sldMkLst>
        <pc:spChg chg="mod">
          <ac:chgData name="sahil gupta" userId="59420717c9741116" providerId="LiveId" clId="{0E572098-B9B2-447A-9A3E-1FD387694667}" dt="2026-02-28T13:47:37.045" v="1913" actId="1076"/>
          <ac:spMkLst>
            <pc:docMk/>
            <pc:sldMk cId="2760088946" sldId="256"/>
            <ac:spMk id="2" creationId="{CBCE63C7-F18A-42C1-787D-AA45A64E6AF5}"/>
          </ac:spMkLst>
        </pc:spChg>
        <pc:spChg chg="add mod ord">
          <ac:chgData name="sahil gupta" userId="59420717c9741116" providerId="LiveId" clId="{0E572098-B9B2-447A-9A3E-1FD387694667}" dt="2026-02-28T13:46:43.296" v="1898" actId="1076"/>
          <ac:spMkLst>
            <pc:docMk/>
            <pc:sldMk cId="2760088946" sldId="256"/>
            <ac:spMk id="4" creationId="{433CD640-49C7-7D0D-AB23-2F815B724411}"/>
          </ac:spMkLst>
        </pc:spChg>
        <pc:spChg chg="add mod">
          <ac:chgData name="sahil gupta" userId="59420717c9741116" providerId="LiveId" clId="{0E572098-B9B2-447A-9A3E-1FD387694667}" dt="2026-02-28T07:16:36.859" v="1724" actId="207"/>
          <ac:spMkLst>
            <pc:docMk/>
            <pc:sldMk cId="2760088946" sldId="256"/>
            <ac:spMk id="5" creationId="{CD3CC842-5DDB-0FB9-CA96-63C1320706F3}"/>
          </ac:spMkLst>
        </pc:spChg>
        <pc:spChg chg="add mod">
          <ac:chgData name="sahil gupta" userId="59420717c9741116" providerId="LiveId" clId="{0E572098-B9B2-447A-9A3E-1FD387694667}" dt="2026-02-28T07:17:08.876" v="1728" actId="571"/>
          <ac:spMkLst>
            <pc:docMk/>
            <pc:sldMk cId="2760088946" sldId="256"/>
            <ac:spMk id="6" creationId="{56ACCA39-2127-F511-7F69-15FF3ADDA116}"/>
          </ac:spMkLst>
        </pc:spChg>
        <pc:spChg chg="add mod">
          <ac:chgData name="sahil gupta" userId="59420717c9741116" providerId="LiveId" clId="{0E572098-B9B2-447A-9A3E-1FD387694667}" dt="2026-02-28T07:17:08.876" v="1728" actId="571"/>
          <ac:spMkLst>
            <pc:docMk/>
            <pc:sldMk cId="2760088946" sldId="256"/>
            <ac:spMk id="7" creationId="{7B384378-010A-851B-EEAD-D93BA65A2649}"/>
          </ac:spMkLst>
        </pc:spChg>
        <pc:spChg chg="add mod">
          <ac:chgData name="sahil gupta" userId="59420717c9741116" providerId="LiveId" clId="{0E572098-B9B2-447A-9A3E-1FD387694667}" dt="2026-02-28T06:48:47.403" v="169" actId="1076"/>
          <ac:spMkLst>
            <pc:docMk/>
            <pc:sldMk cId="2760088946" sldId="256"/>
            <ac:spMk id="8" creationId="{607E9DAC-FB3B-29DC-DDB9-879C19B406D6}"/>
          </ac:spMkLst>
        </pc:spChg>
        <pc:spChg chg="add mod">
          <ac:chgData name="sahil gupta" userId="59420717c9741116" providerId="LiveId" clId="{0E572098-B9B2-447A-9A3E-1FD387694667}" dt="2026-02-28T07:17:08.876" v="1728" actId="571"/>
          <ac:spMkLst>
            <pc:docMk/>
            <pc:sldMk cId="2760088946" sldId="256"/>
            <ac:spMk id="9" creationId="{8174B672-6860-7A7C-80BC-FEFBC6C214B3}"/>
          </ac:spMkLst>
        </pc:spChg>
        <pc:spChg chg="add mod">
          <ac:chgData name="sahil gupta" userId="59420717c9741116" providerId="LiveId" clId="{0E572098-B9B2-447A-9A3E-1FD387694667}" dt="2026-02-28T06:51:55.966" v="185" actId="164"/>
          <ac:spMkLst>
            <pc:docMk/>
            <pc:sldMk cId="2760088946" sldId="256"/>
            <ac:spMk id="10" creationId="{DBDBEDB3-A765-51BC-4B11-FEB945626656}"/>
          </ac:spMkLst>
        </pc:spChg>
        <pc:spChg chg="add mod">
          <ac:chgData name="sahil gupta" userId="59420717c9741116" providerId="LiveId" clId="{0E572098-B9B2-447A-9A3E-1FD387694667}" dt="2026-03-01T14:58:48.192" v="2114" actId="27636"/>
          <ac:spMkLst>
            <pc:docMk/>
            <pc:sldMk cId="2760088946" sldId="256"/>
            <ac:spMk id="11" creationId="{A67D29EA-DE96-9B87-E22A-176773BBE78A}"/>
          </ac:spMkLst>
        </pc:spChg>
        <pc:spChg chg="add mod">
          <ac:chgData name="sahil gupta" userId="59420717c9741116" providerId="LiveId" clId="{0E572098-B9B2-447A-9A3E-1FD387694667}" dt="2026-02-28T07:17:08.876" v="1728" actId="571"/>
          <ac:spMkLst>
            <pc:docMk/>
            <pc:sldMk cId="2760088946" sldId="256"/>
            <ac:spMk id="12" creationId="{D284A920-EFB1-0198-5F66-C46615898536}"/>
          </ac:spMkLst>
        </pc:spChg>
        <pc:spChg chg="add mod">
          <ac:chgData name="sahil gupta" userId="59420717c9741116" providerId="LiveId" clId="{0E572098-B9B2-447A-9A3E-1FD387694667}" dt="2026-02-28T07:17:08.876" v="1728" actId="571"/>
          <ac:spMkLst>
            <pc:docMk/>
            <pc:sldMk cId="2760088946" sldId="256"/>
            <ac:spMk id="13" creationId="{BBC41D1B-8F2C-D05E-B150-11779B44A9CF}"/>
          </ac:spMkLst>
        </pc:spChg>
        <pc:spChg chg="add mod">
          <ac:chgData name="sahil gupta" userId="59420717c9741116" providerId="LiveId" clId="{0E572098-B9B2-447A-9A3E-1FD387694667}" dt="2026-02-28T07:17:08.876" v="1728" actId="571"/>
          <ac:spMkLst>
            <pc:docMk/>
            <pc:sldMk cId="2760088946" sldId="256"/>
            <ac:spMk id="14" creationId="{5F890350-46F4-47C3-13BE-6EED31E72D3E}"/>
          </ac:spMkLst>
        </pc:spChg>
        <pc:spChg chg="add mod">
          <ac:chgData name="sahil gupta" userId="59420717c9741116" providerId="LiveId" clId="{0E572098-B9B2-447A-9A3E-1FD387694667}" dt="2026-02-28T06:51:55.966" v="185" actId="164"/>
          <ac:spMkLst>
            <pc:docMk/>
            <pc:sldMk cId="2760088946" sldId="256"/>
            <ac:spMk id="15" creationId="{FBF0634A-63B5-D302-A028-391EEA85C8AD}"/>
          </ac:spMkLst>
        </pc:spChg>
        <pc:spChg chg="add mod">
          <ac:chgData name="sahil gupta" userId="59420717c9741116" providerId="LiveId" clId="{0E572098-B9B2-447A-9A3E-1FD387694667}" dt="2026-02-28T06:51:55.966" v="185" actId="164"/>
          <ac:spMkLst>
            <pc:docMk/>
            <pc:sldMk cId="2760088946" sldId="256"/>
            <ac:spMk id="16" creationId="{BD496792-15B9-0A5A-2888-2DBC865DB7DC}"/>
          </ac:spMkLst>
        </pc:spChg>
        <pc:spChg chg="add mod">
          <ac:chgData name="sahil gupta" userId="59420717c9741116" providerId="LiveId" clId="{0E572098-B9B2-447A-9A3E-1FD387694667}" dt="2026-02-28T07:17:08.876" v="1728" actId="571"/>
          <ac:spMkLst>
            <pc:docMk/>
            <pc:sldMk cId="2760088946" sldId="256"/>
            <ac:spMk id="17" creationId="{43B6A7CE-A9B5-E1AE-EAFA-B5132ED99502}"/>
          </ac:spMkLst>
        </pc:spChg>
        <pc:spChg chg="add mod">
          <ac:chgData name="sahil gupta" userId="59420717c9741116" providerId="LiveId" clId="{0E572098-B9B2-447A-9A3E-1FD387694667}" dt="2026-02-28T07:17:08.876" v="1728" actId="571"/>
          <ac:spMkLst>
            <pc:docMk/>
            <pc:sldMk cId="2760088946" sldId="256"/>
            <ac:spMk id="18" creationId="{E348BE12-FCFA-2907-5A1A-F492612D43D9}"/>
          </ac:spMkLst>
        </pc:spChg>
        <pc:spChg chg="add mod">
          <ac:chgData name="sahil gupta" userId="59420717c9741116" providerId="LiveId" clId="{0E572098-B9B2-447A-9A3E-1FD387694667}" dt="2026-02-28T07:15:07.695" v="1704" actId="1076"/>
          <ac:spMkLst>
            <pc:docMk/>
            <pc:sldMk cId="2760088946" sldId="256"/>
            <ac:spMk id="19" creationId="{BB6D3CFB-6F4A-A44B-5D69-047E59197235}"/>
          </ac:spMkLst>
        </pc:spChg>
        <pc:spChg chg="add mod">
          <ac:chgData name="sahil gupta" userId="59420717c9741116" providerId="LiveId" clId="{0E572098-B9B2-447A-9A3E-1FD387694667}" dt="2026-02-28T07:10:50.974" v="1684" actId="207"/>
          <ac:spMkLst>
            <pc:docMk/>
            <pc:sldMk cId="2760088946" sldId="256"/>
            <ac:spMk id="20" creationId="{FFB7B127-0409-7F5A-FA6B-0AA0B74DEB3A}"/>
          </ac:spMkLst>
        </pc:spChg>
        <pc:spChg chg="add mod">
          <ac:chgData name="sahil gupta" userId="59420717c9741116" providerId="LiveId" clId="{0E572098-B9B2-447A-9A3E-1FD387694667}" dt="2026-02-28T07:17:08.876" v="1728" actId="571"/>
          <ac:spMkLst>
            <pc:docMk/>
            <pc:sldMk cId="2760088946" sldId="256"/>
            <ac:spMk id="21" creationId="{06DFE320-7EC3-1518-1538-F7700BB37BF1}"/>
          </ac:spMkLst>
        </pc:spChg>
        <pc:spChg chg="add mod">
          <ac:chgData name="sahil gupta" userId="59420717c9741116" providerId="LiveId" clId="{0E572098-B9B2-447A-9A3E-1FD387694667}" dt="2026-02-28T07:15:07.695" v="1704" actId="1076"/>
          <ac:spMkLst>
            <pc:docMk/>
            <pc:sldMk cId="2760088946" sldId="256"/>
            <ac:spMk id="22" creationId="{464BAEA5-5F41-118D-5431-8A9721E23718}"/>
          </ac:spMkLst>
        </pc:spChg>
        <pc:spChg chg="add mod">
          <ac:chgData name="sahil gupta" userId="59420717c9741116" providerId="LiveId" clId="{0E572098-B9B2-447A-9A3E-1FD387694667}" dt="2026-02-28T07:19:06.379" v="1743" actId="14100"/>
          <ac:spMkLst>
            <pc:docMk/>
            <pc:sldMk cId="2760088946" sldId="256"/>
            <ac:spMk id="25" creationId="{2E582976-90BE-9088-FA8A-1E0471DC182D}"/>
          </ac:spMkLst>
        </pc:spChg>
        <pc:spChg chg="add mod">
          <ac:chgData name="sahil gupta" userId="59420717c9741116" providerId="LiveId" clId="{0E572098-B9B2-447A-9A3E-1FD387694667}" dt="2026-02-28T07:17:08.876" v="1728" actId="571"/>
          <ac:spMkLst>
            <pc:docMk/>
            <pc:sldMk cId="2760088946" sldId="256"/>
            <ac:spMk id="26" creationId="{E027AD2C-F1D6-A805-67E5-6BE3251AB8F5}"/>
          </ac:spMkLst>
        </pc:spChg>
        <pc:spChg chg="mod">
          <ac:chgData name="sahil gupta" userId="59420717c9741116" providerId="LiveId" clId="{0E572098-B9B2-447A-9A3E-1FD387694667}" dt="2026-02-28T07:17:28.547" v="1730" actId="1076"/>
          <ac:spMkLst>
            <pc:docMk/>
            <pc:sldMk cId="2760088946" sldId="256"/>
            <ac:spMk id="30" creationId="{17B94D0F-DB44-C6C6-FBED-DF9E88DA4C3A}"/>
          </ac:spMkLst>
        </pc:spChg>
        <pc:grpChg chg="mod ord">
          <ac:chgData name="sahil gupta" userId="59420717c9741116" providerId="LiveId" clId="{0E572098-B9B2-447A-9A3E-1FD387694667}" dt="2026-02-28T13:46:48.151" v="1899" actId="14100"/>
          <ac:grpSpMkLst>
            <pc:docMk/>
            <pc:sldMk cId="2760088946" sldId="256"/>
            <ac:grpSpMk id="28" creationId="{A2B14643-8B74-86C3-90FC-8BA767FFD4EF}"/>
          </ac:grpSpMkLst>
        </pc:grpChg>
      </pc:sldChg>
      <pc:sldChg chg="del ord">
        <pc:chgData name="sahil gupta" userId="59420717c9741116" providerId="LiveId" clId="{0E572098-B9B2-447A-9A3E-1FD387694667}" dt="2026-03-03T14:55:30.932" v="2877" actId="2696"/>
        <pc:sldMkLst>
          <pc:docMk/>
          <pc:sldMk cId="3779390808" sldId="257"/>
        </pc:sldMkLst>
      </pc:sldChg>
      <pc:sldChg chg="addSp modSp mod">
        <pc:chgData name="sahil gupta" userId="59420717c9741116" providerId="LiveId" clId="{0E572098-B9B2-447A-9A3E-1FD387694667}" dt="2026-02-28T13:32:06.448" v="1781" actId="1076"/>
        <pc:sldMkLst>
          <pc:docMk/>
          <pc:sldMk cId="1188578145" sldId="258"/>
        </pc:sldMkLst>
        <pc:spChg chg="mod">
          <ac:chgData name="sahil gupta" userId="59420717c9741116" providerId="LiveId" clId="{0E572098-B9B2-447A-9A3E-1FD387694667}" dt="2026-02-28T05:55:47.636" v="8" actId="1076"/>
          <ac:spMkLst>
            <pc:docMk/>
            <pc:sldMk cId="1188578145" sldId="258"/>
            <ac:spMk id="2" creationId="{3A724C04-5F38-DBA3-2F81-EC620740565B}"/>
          </ac:spMkLst>
        </pc:spChg>
        <pc:spChg chg="add mod">
          <ac:chgData name="sahil gupta" userId="59420717c9741116" providerId="LiveId" clId="{0E572098-B9B2-447A-9A3E-1FD387694667}" dt="2026-02-28T13:30:35.634" v="1760" actId="14100"/>
          <ac:spMkLst>
            <pc:docMk/>
            <pc:sldMk cId="1188578145" sldId="258"/>
            <ac:spMk id="3" creationId="{5796E7F1-4B83-5C3D-03B7-096DA37956F7}"/>
          </ac:spMkLst>
        </pc:spChg>
        <pc:spChg chg="add mod">
          <ac:chgData name="sahil gupta" userId="59420717c9741116" providerId="LiveId" clId="{0E572098-B9B2-447A-9A3E-1FD387694667}" dt="2026-02-28T05:57:50.194" v="24" actId="14100"/>
          <ac:spMkLst>
            <pc:docMk/>
            <pc:sldMk cId="1188578145" sldId="258"/>
            <ac:spMk id="10" creationId="{457DBF09-E156-9124-0B9D-7531E38AB6F8}"/>
          </ac:spMkLst>
        </pc:spChg>
        <pc:spChg chg="add mod">
          <ac:chgData name="sahil gupta" userId="59420717c9741116" providerId="LiveId" clId="{0E572098-B9B2-447A-9A3E-1FD387694667}" dt="2026-02-28T05:57:42.213" v="23" actId="1076"/>
          <ac:spMkLst>
            <pc:docMk/>
            <pc:sldMk cId="1188578145" sldId="258"/>
            <ac:spMk id="11" creationId="{F399866F-4691-21F4-4EE0-02E34CCAD3A9}"/>
          </ac:spMkLst>
        </pc:spChg>
        <pc:picChg chg="add mod">
          <ac:chgData name="sahil gupta" userId="59420717c9741116" providerId="LiveId" clId="{0E572098-B9B2-447A-9A3E-1FD387694667}" dt="2026-02-28T13:32:02.469" v="1779" actId="1076"/>
          <ac:picMkLst>
            <pc:docMk/>
            <pc:sldMk cId="1188578145" sldId="258"/>
            <ac:picMk id="4" creationId="{E6E901D4-4076-B4ED-9543-B85AB1AA382F}"/>
          </ac:picMkLst>
        </pc:picChg>
        <pc:picChg chg="mod">
          <ac:chgData name="sahil gupta" userId="59420717c9741116" providerId="LiveId" clId="{0E572098-B9B2-447A-9A3E-1FD387694667}" dt="2026-02-28T13:31:09.415" v="1764" actId="14100"/>
          <ac:picMkLst>
            <pc:docMk/>
            <pc:sldMk cId="1188578145" sldId="258"/>
            <ac:picMk id="5" creationId="{EB86E6E4-8E6B-A94C-64C3-3D22AC1C4BA4}"/>
          </ac:picMkLst>
        </pc:picChg>
        <pc:picChg chg="mod">
          <ac:chgData name="sahil gupta" userId="59420717c9741116" providerId="LiveId" clId="{0E572098-B9B2-447A-9A3E-1FD387694667}" dt="2026-02-28T13:32:04.685" v="1780" actId="1076"/>
          <ac:picMkLst>
            <pc:docMk/>
            <pc:sldMk cId="1188578145" sldId="258"/>
            <ac:picMk id="7" creationId="{4F1A9493-16E1-A9F1-3D93-6EC972D50AEA}"/>
          </ac:picMkLst>
        </pc:picChg>
        <pc:picChg chg="mod">
          <ac:chgData name="sahil gupta" userId="59420717c9741116" providerId="LiveId" clId="{0E572098-B9B2-447A-9A3E-1FD387694667}" dt="2026-02-28T13:32:06.448" v="1781" actId="1076"/>
          <ac:picMkLst>
            <pc:docMk/>
            <pc:sldMk cId="1188578145" sldId="258"/>
            <ac:picMk id="9" creationId="{CF9800D2-718D-5852-7493-6D06B1AC9D0C}"/>
          </ac:picMkLst>
        </pc:picChg>
      </pc:sldChg>
      <pc:sldChg chg="addSp delSp modSp mod ord">
        <pc:chgData name="sahil gupta" userId="59420717c9741116" providerId="LiveId" clId="{0E572098-B9B2-447A-9A3E-1FD387694667}" dt="2026-03-03T06:10:38.364" v="2268"/>
        <pc:sldMkLst>
          <pc:docMk/>
          <pc:sldMk cId="2692319758" sldId="259"/>
        </pc:sldMkLst>
        <pc:spChg chg="add">
          <ac:chgData name="sahil gupta" userId="59420717c9741116" providerId="LiveId" clId="{0E572098-B9B2-447A-9A3E-1FD387694667}" dt="2026-02-28T13:31:18.116" v="1765"/>
          <ac:spMkLst>
            <pc:docMk/>
            <pc:sldMk cId="2692319758" sldId="259"/>
            <ac:spMk id="2" creationId="{E388573C-4155-BA2B-CE90-0C2619654E69}"/>
          </ac:spMkLst>
        </pc:spChg>
      </pc:sldChg>
      <pc:sldChg chg="delSp modSp del mod">
        <pc:chgData name="sahil gupta" userId="59420717c9741116" providerId="LiveId" clId="{0E572098-B9B2-447A-9A3E-1FD387694667}" dt="2026-03-03T06:49:36.125" v="2422" actId="2696"/>
        <pc:sldMkLst>
          <pc:docMk/>
          <pc:sldMk cId="3400668337" sldId="260"/>
        </pc:sldMkLst>
        <pc:spChg chg="mod">
          <ac:chgData name="sahil gupta" userId="59420717c9741116" providerId="LiveId" clId="{0E572098-B9B2-447A-9A3E-1FD387694667}" dt="2026-03-03T06:49:28.033" v="2420" actId="21"/>
          <ac:spMkLst>
            <pc:docMk/>
            <pc:sldMk cId="3400668337" sldId="260"/>
            <ac:spMk id="2" creationId="{8B39D6D9-566E-EAC1-A321-DF72D8A6CA15}"/>
          </ac:spMkLst>
        </pc:spChg>
        <pc:spChg chg="del">
          <ac:chgData name="sahil gupta" userId="59420717c9741116" providerId="LiveId" clId="{0E572098-B9B2-447A-9A3E-1FD387694667}" dt="2026-03-03T06:47:30.527" v="2386" actId="21"/>
          <ac:spMkLst>
            <pc:docMk/>
            <pc:sldMk cId="3400668337" sldId="260"/>
            <ac:spMk id="3" creationId="{667A11B1-BBF7-1378-EBF1-F90B6D12E960}"/>
          </ac:spMkLst>
        </pc:spChg>
      </pc:sldChg>
      <pc:sldChg chg="del">
        <pc:chgData name="sahil gupta" userId="59420717c9741116" providerId="LiveId" clId="{0E572098-B9B2-447A-9A3E-1FD387694667}" dt="2026-03-03T06:24:17.463" v="2352" actId="2696"/>
        <pc:sldMkLst>
          <pc:docMk/>
          <pc:sldMk cId="2399443716" sldId="261"/>
        </pc:sldMkLst>
      </pc:sldChg>
      <pc:sldChg chg="del">
        <pc:chgData name="sahil gupta" userId="59420717c9741116" providerId="LiveId" clId="{0E572098-B9B2-447A-9A3E-1FD387694667}" dt="2026-03-03T06:24:13.869" v="2351" actId="2696"/>
        <pc:sldMkLst>
          <pc:docMk/>
          <pc:sldMk cId="2562816284" sldId="262"/>
        </pc:sldMkLst>
      </pc:sldChg>
      <pc:sldChg chg="del">
        <pc:chgData name="sahil gupta" userId="59420717c9741116" providerId="LiveId" clId="{0E572098-B9B2-447A-9A3E-1FD387694667}" dt="2026-03-03T06:24:10.600" v="2350" actId="2696"/>
        <pc:sldMkLst>
          <pc:docMk/>
          <pc:sldMk cId="2173999120" sldId="263"/>
        </pc:sldMkLst>
      </pc:sldChg>
      <pc:sldChg chg="addSp modSp mod">
        <pc:chgData name="sahil gupta" userId="59420717c9741116" providerId="LiveId" clId="{0E572098-B9B2-447A-9A3E-1FD387694667}" dt="2026-02-28T13:33:31.901" v="1804" actId="1076"/>
        <pc:sldMkLst>
          <pc:docMk/>
          <pc:sldMk cId="813741858" sldId="264"/>
        </pc:sldMkLst>
        <pc:spChg chg="add mod">
          <ac:chgData name="sahil gupta" userId="59420717c9741116" providerId="LiveId" clId="{0E572098-B9B2-447A-9A3E-1FD387694667}" dt="2026-02-28T13:29:11.543" v="1747" actId="14100"/>
          <ac:spMkLst>
            <pc:docMk/>
            <pc:sldMk cId="813741858" sldId="264"/>
            <ac:spMk id="3" creationId="{92B9B829-4C67-8E00-2C5B-443A25404561}"/>
          </ac:spMkLst>
        </pc:spChg>
        <pc:picChg chg="add mod">
          <ac:chgData name="sahil gupta" userId="59420717c9741116" providerId="LiveId" clId="{0E572098-B9B2-447A-9A3E-1FD387694667}" dt="2026-02-28T13:33:14.537" v="1801" actId="14100"/>
          <ac:picMkLst>
            <pc:docMk/>
            <pc:sldMk cId="813741858" sldId="264"/>
            <ac:picMk id="4" creationId="{F954F431-D2B2-3C71-7A42-746FF5AD929F}"/>
          </ac:picMkLst>
        </pc:picChg>
        <pc:picChg chg="mod">
          <ac:chgData name="sahil gupta" userId="59420717c9741116" providerId="LiveId" clId="{0E572098-B9B2-447A-9A3E-1FD387694667}" dt="2026-02-28T13:33:29.833" v="1803" actId="1076"/>
          <ac:picMkLst>
            <pc:docMk/>
            <pc:sldMk cId="813741858" sldId="264"/>
            <ac:picMk id="7" creationId="{756391F7-1BFF-21A1-6CEC-42E26CFD111B}"/>
          </ac:picMkLst>
        </pc:picChg>
        <pc:picChg chg="mod">
          <ac:chgData name="sahil gupta" userId="59420717c9741116" providerId="LiveId" clId="{0E572098-B9B2-447A-9A3E-1FD387694667}" dt="2026-02-28T13:33:31.901" v="1804" actId="1076"/>
          <ac:picMkLst>
            <pc:docMk/>
            <pc:sldMk cId="813741858" sldId="264"/>
            <ac:picMk id="9" creationId="{1865AE7D-5F2A-737C-2609-B1CA20A1D4CA}"/>
          </ac:picMkLst>
        </pc:picChg>
      </pc:sldChg>
      <pc:sldChg chg="addSp delSp modSp mod">
        <pc:chgData name="sahil gupta" userId="59420717c9741116" providerId="LiveId" clId="{0E572098-B9B2-447A-9A3E-1FD387694667}" dt="2026-02-28T15:27:12.341" v="2110" actId="14100"/>
        <pc:sldMkLst>
          <pc:docMk/>
          <pc:sldMk cId="2194155570" sldId="265"/>
        </pc:sldMkLst>
        <pc:picChg chg="mod">
          <ac:chgData name="sahil gupta" userId="59420717c9741116" providerId="LiveId" clId="{0E572098-B9B2-447A-9A3E-1FD387694667}" dt="2026-02-28T15:25:49.676" v="2100" actId="14100"/>
          <ac:picMkLst>
            <pc:docMk/>
            <pc:sldMk cId="2194155570" sldId="265"/>
            <ac:picMk id="5" creationId="{E40F6018-75E4-7E78-12CF-AAE5141F2141}"/>
          </ac:picMkLst>
        </pc:picChg>
        <pc:picChg chg="mod">
          <ac:chgData name="sahil gupta" userId="59420717c9741116" providerId="LiveId" clId="{0E572098-B9B2-447A-9A3E-1FD387694667}" dt="2026-02-28T15:26:06.109" v="2103" actId="14100"/>
          <ac:picMkLst>
            <pc:docMk/>
            <pc:sldMk cId="2194155570" sldId="265"/>
            <ac:picMk id="7" creationId="{734D2DC5-5EF0-C609-713E-F3B9A3132003}"/>
          </ac:picMkLst>
        </pc:picChg>
        <pc:picChg chg="mod">
          <ac:chgData name="sahil gupta" userId="59420717c9741116" providerId="LiveId" clId="{0E572098-B9B2-447A-9A3E-1FD387694667}" dt="2026-02-28T15:27:12.341" v="2110" actId="14100"/>
          <ac:picMkLst>
            <pc:docMk/>
            <pc:sldMk cId="2194155570" sldId="265"/>
            <ac:picMk id="9" creationId="{858BD59C-30C0-9AF1-0B06-BCF952A8D89E}"/>
          </ac:picMkLst>
        </pc:picChg>
      </pc:sldChg>
      <pc:sldChg chg="addSp delSp modSp add mod ord">
        <pc:chgData name="sahil gupta" userId="59420717c9741116" providerId="LiveId" clId="{0E572098-B9B2-447A-9A3E-1FD387694667}" dt="2026-02-28T06:18:46.063" v="93" actId="1076"/>
        <pc:sldMkLst>
          <pc:docMk/>
          <pc:sldMk cId="660170653" sldId="266"/>
        </pc:sldMkLst>
        <pc:spChg chg="mod">
          <ac:chgData name="sahil gupta" userId="59420717c9741116" providerId="LiveId" clId="{0E572098-B9B2-447A-9A3E-1FD387694667}" dt="2026-02-28T06:00:45.121" v="48" actId="207"/>
          <ac:spMkLst>
            <pc:docMk/>
            <pc:sldMk cId="660170653" sldId="266"/>
            <ac:spMk id="11" creationId="{6C654B70-33DA-98A5-498B-E569D17FFE2A}"/>
          </ac:spMkLst>
        </pc:spChg>
        <pc:picChg chg="add mod">
          <ac:chgData name="sahil gupta" userId="59420717c9741116" providerId="LiveId" clId="{0E572098-B9B2-447A-9A3E-1FD387694667}" dt="2026-02-28T06:15:45.607" v="67" actId="1076"/>
          <ac:picMkLst>
            <pc:docMk/>
            <pc:sldMk cId="660170653" sldId="266"/>
            <ac:picMk id="8" creationId="{247FC06C-88D5-0DBE-A74A-DE71D101BE0C}"/>
          </ac:picMkLst>
        </pc:picChg>
        <pc:picChg chg="add mod">
          <ac:chgData name="sahil gupta" userId="59420717c9741116" providerId="LiveId" clId="{0E572098-B9B2-447A-9A3E-1FD387694667}" dt="2026-02-28T06:17:18.273" v="83" actId="14100"/>
          <ac:picMkLst>
            <pc:docMk/>
            <pc:sldMk cId="660170653" sldId="266"/>
            <ac:picMk id="13" creationId="{8F1255E9-0591-7E4C-2531-7EB53C2D0E7E}"/>
          </ac:picMkLst>
        </pc:picChg>
        <pc:picChg chg="add mod">
          <ac:chgData name="sahil gupta" userId="59420717c9741116" providerId="LiveId" clId="{0E572098-B9B2-447A-9A3E-1FD387694667}" dt="2026-02-28T06:17:20.943" v="84" actId="1076"/>
          <ac:picMkLst>
            <pc:docMk/>
            <pc:sldMk cId="660170653" sldId="266"/>
            <ac:picMk id="15" creationId="{78A2E18D-95F6-2274-FA79-D50D843ACDC3}"/>
          </ac:picMkLst>
        </pc:picChg>
        <pc:picChg chg="add mod">
          <ac:chgData name="sahil gupta" userId="59420717c9741116" providerId="LiveId" clId="{0E572098-B9B2-447A-9A3E-1FD387694667}" dt="2026-02-28T06:18:46.063" v="93" actId="1076"/>
          <ac:picMkLst>
            <pc:docMk/>
            <pc:sldMk cId="660170653" sldId="266"/>
            <ac:picMk id="17" creationId="{0903449D-AB7F-ADA9-3CBA-F86A62C3D422}"/>
          </ac:picMkLst>
        </pc:picChg>
      </pc:sldChg>
      <pc:sldChg chg="delSp modSp add mod">
        <pc:chgData name="sahil gupta" userId="59420717c9741116" providerId="LiveId" clId="{0E572098-B9B2-447A-9A3E-1FD387694667}" dt="2026-02-28T06:20:15.638" v="110" actId="1076"/>
        <pc:sldMkLst>
          <pc:docMk/>
          <pc:sldMk cId="166829352" sldId="267"/>
        </pc:sldMkLst>
        <pc:picChg chg="mod">
          <ac:chgData name="sahil gupta" userId="59420717c9741116" providerId="LiveId" clId="{0E572098-B9B2-447A-9A3E-1FD387694667}" dt="2026-02-28T06:19:42.787" v="102" actId="14100"/>
          <ac:picMkLst>
            <pc:docMk/>
            <pc:sldMk cId="166829352" sldId="267"/>
            <ac:picMk id="8" creationId="{D7B13CD8-8478-C7C7-FAFB-56C627D80903}"/>
          </ac:picMkLst>
        </pc:picChg>
        <pc:picChg chg="mod">
          <ac:chgData name="sahil gupta" userId="59420717c9741116" providerId="LiveId" clId="{0E572098-B9B2-447A-9A3E-1FD387694667}" dt="2026-02-28T06:20:05.271" v="108" actId="14100"/>
          <ac:picMkLst>
            <pc:docMk/>
            <pc:sldMk cId="166829352" sldId="267"/>
            <ac:picMk id="13" creationId="{FC0E3412-3B06-B8B4-A855-088DA30184C9}"/>
          </ac:picMkLst>
        </pc:picChg>
        <pc:picChg chg="mod">
          <ac:chgData name="sahil gupta" userId="59420717c9741116" providerId="LiveId" clId="{0E572098-B9B2-447A-9A3E-1FD387694667}" dt="2026-02-28T06:20:15.638" v="110" actId="1076"/>
          <ac:picMkLst>
            <pc:docMk/>
            <pc:sldMk cId="166829352" sldId="267"/>
            <ac:picMk id="15" creationId="{7228DAB3-A0E6-1ABD-96B8-ED5637FCDCFF}"/>
          </ac:picMkLst>
        </pc:picChg>
        <pc:picChg chg="mod">
          <ac:chgData name="sahil gupta" userId="59420717c9741116" providerId="LiveId" clId="{0E572098-B9B2-447A-9A3E-1FD387694667}" dt="2026-02-28T06:20:15.638" v="110" actId="1076"/>
          <ac:picMkLst>
            <pc:docMk/>
            <pc:sldMk cId="166829352" sldId="267"/>
            <ac:picMk id="17" creationId="{D02C65FB-9C0F-0248-A722-4F760DAB02E4}"/>
          </ac:picMkLst>
        </pc:picChg>
      </pc:sldChg>
      <pc:sldChg chg="modSp add mod">
        <pc:chgData name="sahil gupta" userId="59420717c9741116" providerId="LiveId" clId="{0E572098-B9B2-447A-9A3E-1FD387694667}" dt="2026-02-28T06:20:52.448" v="117" actId="1076"/>
        <pc:sldMkLst>
          <pc:docMk/>
          <pc:sldMk cId="2460869259" sldId="268"/>
        </pc:sldMkLst>
        <pc:picChg chg="mod">
          <ac:chgData name="sahil gupta" userId="59420717c9741116" providerId="LiveId" clId="{0E572098-B9B2-447A-9A3E-1FD387694667}" dt="2026-02-28T06:20:47.402" v="116" actId="14100"/>
          <ac:picMkLst>
            <pc:docMk/>
            <pc:sldMk cId="2460869259" sldId="268"/>
            <ac:picMk id="15" creationId="{8EF34D3F-C43E-C3D8-3FBA-B19CDB8060F4}"/>
          </ac:picMkLst>
        </pc:picChg>
        <pc:picChg chg="mod">
          <ac:chgData name="sahil gupta" userId="59420717c9741116" providerId="LiveId" clId="{0E572098-B9B2-447A-9A3E-1FD387694667}" dt="2026-02-28T06:20:52.448" v="117" actId="1076"/>
          <ac:picMkLst>
            <pc:docMk/>
            <pc:sldMk cId="2460869259" sldId="268"/>
            <ac:picMk id="17" creationId="{CA1CA5FB-DA47-C17E-E175-BD2A54224791}"/>
          </ac:picMkLst>
        </pc:picChg>
      </pc:sldChg>
      <pc:sldChg chg="modSp add mod">
        <pc:chgData name="sahil gupta" userId="59420717c9741116" providerId="LiveId" clId="{0E572098-B9B2-447A-9A3E-1FD387694667}" dt="2026-02-28T06:21:24.290" v="124" actId="14100"/>
        <pc:sldMkLst>
          <pc:docMk/>
          <pc:sldMk cId="3221962841" sldId="269"/>
        </pc:sldMkLst>
        <pc:picChg chg="mod">
          <ac:chgData name="sahil gupta" userId="59420717c9741116" providerId="LiveId" clId="{0E572098-B9B2-447A-9A3E-1FD387694667}" dt="2026-02-28T06:21:24.290" v="124" actId="14100"/>
          <ac:picMkLst>
            <pc:docMk/>
            <pc:sldMk cId="3221962841" sldId="269"/>
            <ac:picMk id="17" creationId="{5260FE9B-6C6C-0F89-06DF-43153E8810E7}"/>
          </ac:picMkLst>
        </pc:picChg>
      </pc:sldChg>
      <pc:sldChg chg="add">
        <pc:chgData name="sahil gupta" userId="59420717c9741116" providerId="LiveId" clId="{0E572098-B9B2-447A-9A3E-1FD387694667}" dt="2026-02-28T13:29:01.155" v="1744" actId="2890"/>
        <pc:sldMkLst>
          <pc:docMk/>
          <pc:sldMk cId="1908013425" sldId="270"/>
        </pc:sldMkLst>
      </pc:sldChg>
      <pc:sldChg chg="addSp delSp modSp add mod">
        <pc:chgData name="sahil gupta" userId="59420717c9741116" providerId="LiveId" clId="{0E572098-B9B2-447A-9A3E-1FD387694667}" dt="2026-03-03T14:22:25.867" v="2865" actId="14100"/>
        <pc:sldMkLst>
          <pc:docMk/>
          <pc:sldMk cId="1331464723" sldId="271"/>
        </pc:sldMkLst>
        <pc:spChg chg="mod">
          <ac:chgData name="sahil gupta" userId="59420717c9741116" providerId="LiveId" clId="{0E572098-B9B2-447A-9A3E-1FD387694667}" dt="2026-03-01T15:17:26.096" v="2208" actId="20577"/>
          <ac:spMkLst>
            <pc:docMk/>
            <pc:sldMk cId="1331464723" sldId="271"/>
            <ac:spMk id="2" creationId="{655EF71C-5572-510D-94D2-E1409E5C7F89}"/>
          </ac:spMkLst>
        </pc:spChg>
        <pc:spChg chg="mod">
          <ac:chgData name="sahil gupta" userId="59420717c9741116" providerId="LiveId" clId="{0E572098-B9B2-447A-9A3E-1FD387694667}" dt="2026-02-28T14:02:34.230" v="1939" actId="1076"/>
          <ac:spMkLst>
            <pc:docMk/>
            <pc:sldMk cId="1331464723" sldId="271"/>
            <ac:spMk id="4" creationId="{5FF1FFB3-8CD1-D708-283B-A37FE9A8FDAA}"/>
          </ac:spMkLst>
        </pc:spChg>
        <pc:spChg chg="add mod">
          <ac:chgData name="sahil gupta" userId="59420717c9741116" providerId="LiveId" clId="{0E572098-B9B2-447A-9A3E-1FD387694667}" dt="2026-03-03T14:20:00.483" v="2845" actId="14100"/>
          <ac:spMkLst>
            <pc:docMk/>
            <pc:sldMk cId="1331464723" sldId="271"/>
            <ac:spMk id="11" creationId="{20ADB5AC-4860-EEA7-0FA6-19EB2BF0EDA9}"/>
          </ac:spMkLst>
        </pc:spChg>
        <pc:spChg chg="add mod">
          <ac:chgData name="sahil gupta" userId="59420717c9741116" providerId="LiveId" clId="{0E572098-B9B2-447A-9A3E-1FD387694667}" dt="2026-02-28T14:09:37.131" v="1952" actId="1076"/>
          <ac:spMkLst>
            <pc:docMk/>
            <pc:sldMk cId="1331464723" sldId="271"/>
            <ac:spMk id="23" creationId="{5177C863-CF91-78F9-4925-2672C27A13D7}"/>
          </ac:spMkLst>
        </pc:spChg>
        <pc:spChg chg="add mod">
          <ac:chgData name="sahil gupta" userId="59420717c9741116" providerId="LiveId" clId="{0E572098-B9B2-447A-9A3E-1FD387694667}" dt="2026-03-03T14:20:05.325" v="2846" actId="14100"/>
          <ac:spMkLst>
            <pc:docMk/>
            <pc:sldMk cId="1331464723" sldId="271"/>
            <ac:spMk id="29" creationId="{7AEF3ACF-F9E3-52E6-B63A-39673B5D8AFF}"/>
          </ac:spMkLst>
        </pc:spChg>
        <pc:spChg chg="add mod">
          <ac:chgData name="sahil gupta" userId="59420717c9741116" providerId="LiveId" clId="{0E572098-B9B2-447A-9A3E-1FD387694667}" dt="2026-02-28T14:32:14.520" v="2024" actId="1076"/>
          <ac:spMkLst>
            <pc:docMk/>
            <pc:sldMk cId="1331464723" sldId="271"/>
            <ac:spMk id="31" creationId="{15B9FAAC-2FD1-F455-E2ED-09CC4F112453}"/>
          </ac:spMkLst>
        </pc:spChg>
        <pc:spChg chg="add mod">
          <ac:chgData name="sahil gupta" userId="59420717c9741116" providerId="LiveId" clId="{0E572098-B9B2-447A-9A3E-1FD387694667}" dt="2026-03-03T14:20:47.260" v="2855" actId="20577"/>
          <ac:spMkLst>
            <pc:docMk/>
            <pc:sldMk cId="1331464723" sldId="271"/>
            <ac:spMk id="32" creationId="{ACB96741-7D4F-E6C0-5351-AACBAEC188BD}"/>
          </ac:spMkLst>
        </pc:spChg>
        <pc:spChg chg="add mod">
          <ac:chgData name="sahil gupta" userId="59420717c9741116" providerId="LiveId" clId="{0E572098-B9B2-447A-9A3E-1FD387694667}" dt="2026-02-28T14:22:03.288" v="2014" actId="1076"/>
          <ac:spMkLst>
            <pc:docMk/>
            <pc:sldMk cId="1331464723" sldId="271"/>
            <ac:spMk id="33" creationId="{850AB7CC-0312-AA36-CC06-AC5C48B84E84}"/>
          </ac:spMkLst>
        </pc:spChg>
        <pc:spChg chg="add mod">
          <ac:chgData name="sahil gupta" userId="59420717c9741116" providerId="LiveId" clId="{0E572098-B9B2-447A-9A3E-1FD387694667}" dt="2026-03-03T14:20:44.097" v="2854" actId="20577"/>
          <ac:spMkLst>
            <pc:docMk/>
            <pc:sldMk cId="1331464723" sldId="271"/>
            <ac:spMk id="34" creationId="{F1D8C803-7EB8-63E3-D8DA-10188A58C3AA}"/>
          </ac:spMkLst>
        </pc:spChg>
        <pc:spChg chg="add mod">
          <ac:chgData name="sahil gupta" userId="59420717c9741116" providerId="LiveId" clId="{0E572098-B9B2-447A-9A3E-1FD387694667}" dt="2026-02-28T14:21:56.946" v="2013" actId="1076"/>
          <ac:spMkLst>
            <pc:docMk/>
            <pc:sldMk cId="1331464723" sldId="271"/>
            <ac:spMk id="35" creationId="{1349A0E0-0F53-9A2A-F741-22CFD44BA9E8}"/>
          </ac:spMkLst>
        </pc:spChg>
        <pc:picChg chg="mod">
          <ac:chgData name="sahil gupta" userId="59420717c9741116" providerId="LiveId" clId="{0E572098-B9B2-447A-9A3E-1FD387694667}" dt="2026-03-03T14:22:25.867" v="2865" actId="14100"/>
          <ac:picMkLst>
            <pc:docMk/>
            <pc:sldMk cId="1331464723" sldId="271"/>
            <ac:picMk id="6" creationId="{39365D3E-DFD1-8E4C-F7AF-0A1E170D1703}"/>
          </ac:picMkLst>
        </pc:picChg>
      </pc:sldChg>
      <pc:sldChg chg="modSp add mod">
        <pc:chgData name="sahil gupta" userId="59420717c9741116" providerId="LiveId" clId="{0E572098-B9B2-447A-9A3E-1FD387694667}" dt="2026-03-03T14:22:09.241" v="2863" actId="14100"/>
        <pc:sldMkLst>
          <pc:docMk/>
          <pc:sldMk cId="815114735" sldId="272"/>
        </pc:sldMkLst>
        <pc:spChg chg="mod">
          <ac:chgData name="sahil gupta" userId="59420717c9741116" providerId="LiveId" clId="{0E572098-B9B2-447A-9A3E-1FD387694667}" dt="2026-03-01T15:18:01.887" v="2229" actId="1076"/>
          <ac:spMkLst>
            <pc:docMk/>
            <pc:sldMk cId="815114735" sldId="272"/>
            <ac:spMk id="2" creationId="{8EE02616-D0BE-B814-2CB0-B976957C920D}"/>
          </ac:spMkLst>
        </pc:spChg>
        <pc:spChg chg="mod">
          <ac:chgData name="sahil gupta" userId="59420717c9741116" providerId="LiveId" clId="{0E572098-B9B2-447A-9A3E-1FD387694667}" dt="2026-03-03T14:21:23.585" v="2858" actId="14100"/>
          <ac:spMkLst>
            <pc:docMk/>
            <pc:sldMk cId="815114735" sldId="272"/>
            <ac:spMk id="11" creationId="{D966BB37-D989-AB0A-ABEA-28150A4C3E20}"/>
          </ac:spMkLst>
        </pc:spChg>
        <pc:spChg chg="mod">
          <ac:chgData name="sahil gupta" userId="59420717c9741116" providerId="LiveId" clId="{0E572098-B9B2-447A-9A3E-1FD387694667}" dt="2026-03-03T14:21:18.741" v="2857" actId="14100"/>
          <ac:spMkLst>
            <pc:docMk/>
            <pc:sldMk cId="815114735" sldId="272"/>
            <ac:spMk id="23" creationId="{AEB10C36-9585-28D1-2ECF-C2AABD20B7BC}"/>
          </ac:spMkLst>
        </pc:spChg>
        <pc:spChg chg="mod">
          <ac:chgData name="sahil gupta" userId="59420717c9741116" providerId="LiveId" clId="{0E572098-B9B2-447A-9A3E-1FD387694667}" dt="2026-03-03T14:21:29.952" v="2859" actId="14100"/>
          <ac:spMkLst>
            <pc:docMk/>
            <pc:sldMk cId="815114735" sldId="272"/>
            <ac:spMk id="29" creationId="{0A3025AC-B032-387A-6E7C-CE163783AB44}"/>
          </ac:spMkLst>
        </pc:spChg>
        <pc:spChg chg="mod">
          <ac:chgData name="sahil gupta" userId="59420717c9741116" providerId="LiveId" clId="{0E572098-B9B2-447A-9A3E-1FD387694667}" dt="2026-03-03T14:21:47.058" v="2861" actId="14100"/>
          <ac:spMkLst>
            <pc:docMk/>
            <pc:sldMk cId="815114735" sldId="272"/>
            <ac:spMk id="32" creationId="{3ECCBDFD-1538-10AC-ACD4-C4DCA44C1093}"/>
          </ac:spMkLst>
        </pc:spChg>
        <pc:spChg chg="mod">
          <ac:chgData name="sahil gupta" userId="59420717c9741116" providerId="LiveId" clId="{0E572098-B9B2-447A-9A3E-1FD387694667}" dt="2026-02-28T14:47:59.026" v="2084" actId="1076"/>
          <ac:spMkLst>
            <pc:docMk/>
            <pc:sldMk cId="815114735" sldId="272"/>
            <ac:spMk id="33" creationId="{30FA3F1B-D603-7352-6A34-29E5C3527FD7}"/>
          </ac:spMkLst>
        </pc:spChg>
        <pc:spChg chg="mod">
          <ac:chgData name="sahil gupta" userId="59420717c9741116" providerId="LiveId" clId="{0E572098-B9B2-447A-9A3E-1FD387694667}" dt="2026-03-03T14:21:51.158" v="2862" actId="14100"/>
          <ac:spMkLst>
            <pc:docMk/>
            <pc:sldMk cId="815114735" sldId="272"/>
            <ac:spMk id="34" creationId="{4DF4879E-8E6D-BF82-6EE3-20DF48022914}"/>
          </ac:spMkLst>
        </pc:spChg>
        <pc:picChg chg="mod">
          <ac:chgData name="sahil gupta" userId="59420717c9741116" providerId="LiveId" clId="{0E572098-B9B2-447A-9A3E-1FD387694667}" dt="2026-03-03T14:22:09.241" v="2863" actId="14100"/>
          <ac:picMkLst>
            <pc:docMk/>
            <pc:sldMk cId="815114735" sldId="272"/>
            <ac:picMk id="3" creationId="{77965862-85B3-B4D6-BA84-57A0080B1C5B}"/>
          </ac:picMkLst>
        </pc:picChg>
      </pc:sldChg>
      <pc:sldChg chg="modSp mod">
        <pc:chgData name="sahil gupta" userId="59420717c9741116" providerId="LiveId" clId="{0E572098-B9B2-447A-9A3E-1FD387694667}" dt="2026-03-03T07:01:13.749" v="2832" actId="1076"/>
        <pc:sldMkLst>
          <pc:docMk/>
          <pc:sldMk cId="3608625044" sldId="273"/>
        </pc:sldMkLst>
        <pc:spChg chg="mod">
          <ac:chgData name="sahil gupta" userId="59420717c9741116" providerId="LiveId" clId="{0E572098-B9B2-447A-9A3E-1FD387694667}" dt="2026-03-03T07:01:13.749" v="2832" actId="1076"/>
          <ac:spMkLst>
            <pc:docMk/>
            <pc:sldMk cId="3608625044" sldId="273"/>
            <ac:spMk id="2" creationId="{97375E2A-C53D-31CC-243B-7388562466EF}"/>
          </ac:spMkLst>
        </pc:spChg>
        <pc:spChg chg="mod">
          <ac:chgData name="sahil gupta" userId="59420717c9741116" providerId="LiveId" clId="{0E572098-B9B2-447A-9A3E-1FD387694667}" dt="2026-03-01T15:27:47.258" v="2258" actId="1076"/>
          <ac:spMkLst>
            <pc:docMk/>
            <pc:sldMk cId="3608625044" sldId="273"/>
            <ac:spMk id="4" creationId="{B73F1BB7-245B-7FD1-E327-E1FAF5DC39D9}"/>
          </ac:spMkLst>
        </pc:spChg>
        <pc:spChg chg="mod">
          <ac:chgData name="sahil gupta" userId="59420717c9741116" providerId="LiveId" clId="{0E572098-B9B2-447A-9A3E-1FD387694667}" dt="2026-03-01T15:27:56.271" v="2260" actId="1076"/>
          <ac:spMkLst>
            <pc:docMk/>
            <pc:sldMk cId="3608625044" sldId="273"/>
            <ac:spMk id="24" creationId="{24484AE9-D487-66DF-7402-45EF3288CD79}"/>
          </ac:spMkLst>
        </pc:spChg>
        <pc:picChg chg="mod">
          <ac:chgData name="sahil gupta" userId="59420717c9741116" providerId="LiveId" clId="{0E572098-B9B2-447A-9A3E-1FD387694667}" dt="2026-03-03T07:00:45.051" v="2831"/>
          <ac:picMkLst>
            <pc:docMk/>
            <pc:sldMk cId="3608625044" sldId="273"/>
            <ac:picMk id="3" creationId="{4AA79BDB-5FF2-7F14-EE0B-875D69308475}"/>
          </ac:picMkLst>
        </pc:picChg>
      </pc:sldChg>
      <pc:sldChg chg="addSp delSp modSp add mod ord">
        <pc:chgData name="sahil gupta" userId="59420717c9741116" providerId="LiveId" clId="{0E572098-B9B2-447A-9A3E-1FD387694667}" dt="2026-03-03T14:51:39.521" v="2876" actId="14100"/>
        <pc:sldMkLst>
          <pc:docMk/>
          <pc:sldMk cId="1285671032" sldId="274"/>
        </pc:sldMkLst>
        <pc:spChg chg="mod">
          <ac:chgData name="sahil gupta" userId="59420717c9741116" providerId="LiveId" clId="{0E572098-B9B2-447A-9A3E-1FD387694667}" dt="2026-03-03T14:51:26.461" v="2874" actId="403"/>
          <ac:spMkLst>
            <pc:docMk/>
            <pc:sldMk cId="1285671032" sldId="274"/>
            <ac:spMk id="2" creationId="{B2A08828-2517-19BE-4D06-0D53AF3D5A0B}"/>
          </ac:spMkLst>
        </pc:spChg>
        <pc:spChg chg="mod">
          <ac:chgData name="sahil gupta" userId="59420717c9741116" providerId="LiveId" clId="{0E572098-B9B2-447A-9A3E-1FD387694667}" dt="2026-03-01T15:08:31.429" v="2141"/>
          <ac:spMkLst>
            <pc:docMk/>
            <pc:sldMk cId="1285671032" sldId="274"/>
            <ac:spMk id="4" creationId="{EF288B2A-B4B4-E4E8-FF2D-C041A97A5902}"/>
          </ac:spMkLst>
        </pc:spChg>
        <pc:spChg chg="add mod">
          <ac:chgData name="sahil gupta" userId="59420717c9741116" providerId="LiveId" clId="{0E572098-B9B2-447A-9A3E-1FD387694667}" dt="2026-03-03T14:51:32.417" v="2875" actId="1076"/>
          <ac:spMkLst>
            <pc:docMk/>
            <pc:sldMk cId="1285671032" sldId="274"/>
            <ac:spMk id="5" creationId="{C1F4953A-952F-B39A-0971-791413661092}"/>
          </ac:spMkLst>
        </pc:spChg>
        <pc:picChg chg="mod">
          <ac:chgData name="sahil gupta" userId="59420717c9741116" providerId="LiveId" clId="{0E572098-B9B2-447A-9A3E-1FD387694667}" dt="2026-03-03T14:51:39.521" v="2876" actId="14100"/>
          <ac:picMkLst>
            <pc:docMk/>
            <pc:sldMk cId="1285671032" sldId="274"/>
            <ac:picMk id="3" creationId="{E2AD8D98-B226-4FD3-5C12-2668EBA5E8EB}"/>
          </ac:picMkLst>
        </pc:picChg>
      </pc:sldChg>
      <pc:sldChg chg="addSp delSp modSp add mod ord">
        <pc:chgData name="sahil gupta" userId="59420717c9741116" providerId="LiveId" clId="{0E572098-B9B2-447A-9A3E-1FD387694667}" dt="2026-03-03T06:16:02.707" v="2320" actId="14100"/>
        <pc:sldMkLst>
          <pc:docMk/>
          <pc:sldMk cId="357077899" sldId="275"/>
        </pc:sldMkLst>
        <pc:spChg chg="add mod">
          <ac:chgData name="sahil gupta" userId="59420717c9741116" providerId="LiveId" clId="{0E572098-B9B2-447A-9A3E-1FD387694667}" dt="2026-03-03T06:13:39.872" v="2305" actId="403"/>
          <ac:spMkLst>
            <pc:docMk/>
            <pc:sldMk cId="357077899" sldId="275"/>
            <ac:spMk id="4" creationId="{F491D87D-3A36-1E09-A5C9-5019D062D997}"/>
          </ac:spMkLst>
        </pc:spChg>
        <pc:picChg chg="add mod">
          <ac:chgData name="sahil gupta" userId="59420717c9741116" providerId="LiveId" clId="{0E572098-B9B2-447A-9A3E-1FD387694667}" dt="2026-03-03T06:13:59.081" v="2307" actId="14100"/>
          <ac:picMkLst>
            <pc:docMk/>
            <pc:sldMk cId="357077899" sldId="275"/>
            <ac:picMk id="3" creationId="{5858086B-92D5-CA3A-44C8-164F9A4F175E}"/>
          </ac:picMkLst>
        </pc:picChg>
        <pc:picChg chg="add mod">
          <ac:chgData name="sahil gupta" userId="59420717c9741116" providerId="LiveId" clId="{0E572098-B9B2-447A-9A3E-1FD387694667}" dt="2026-03-03T06:14:45.672" v="2311" actId="1076"/>
          <ac:picMkLst>
            <pc:docMk/>
            <pc:sldMk cId="357077899" sldId="275"/>
            <ac:picMk id="6" creationId="{7D518383-FD0E-BC51-9309-C6E7A043C404}"/>
          </ac:picMkLst>
        </pc:picChg>
        <pc:picChg chg="del">
          <ac:chgData name="sahil gupta" userId="59420717c9741116" providerId="LiveId" clId="{0E572098-B9B2-447A-9A3E-1FD387694667}" dt="2026-03-03T06:11:21.483" v="2272" actId="21"/>
          <ac:picMkLst>
            <pc:docMk/>
            <pc:sldMk cId="357077899" sldId="275"/>
            <ac:picMk id="8" creationId="{886A92BD-A477-D2FE-6A94-18C317E702CB}"/>
          </ac:picMkLst>
        </pc:picChg>
        <pc:picChg chg="add mod">
          <ac:chgData name="sahil gupta" userId="59420717c9741116" providerId="LiveId" clId="{0E572098-B9B2-447A-9A3E-1FD387694667}" dt="2026-03-03T06:15:24.009" v="2316" actId="1076"/>
          <ac:picMkLst>
            <pc:docMk/>
            <pc:sldMk cId="357077899" sldId="275"/>
            <ac:picMk id="9" creationId="{95726439-B2F0-C6FA-80AB-2CA9D5597CFA}"/>
          </ac:picMkLst>
        </pc:picChg>
        <pc:picChg chg="add mod">
          <ac:chgData name="sahil gupta" userId="59420717c9741116" providerId="LiveId" clId="{0E572098-B9B2-447A-9A3E-1FD387694667}" dt="2026-03-03T06:16:02.707" v="2320" actId="14100"/>
          <ac:picMkLst>
            <pc:docMk/>
            <pc:sldMk cId="357077899" sldId="275"/>
            <ac:picMk id="11" creationId="{51E9FED4-C239-EDAB-AA69-9526C01D06E3}"/>
          </ac:picMkLst>
        </pc:picChg>
        <pc:picChg chg="del">
          <ac:chgData name="sahil gupta" userId="59420717c9741116" providerId="LiveId" clId="{0E572098-B9B2-447A-9A3E-1FD387694667}" dt="2026-03-03T06:11:19.557" v="2271" actId="21"/>
          <ac:picMkLst>
            <pc:docMk/>
            <pc:sldMk cId="357077899" sldId="275"/>
            <ac:picMk id="13" creationId="{7BA81A1E-3D02-67F5-41AB-98BBA4108582}"/>
          </ac:picMkLst>
        </pc:picChg>
        <pc:picChg chg="del">
          <ac:chgData name="sahil gupta" userId="59420717c9741116" providerId="LiveId" clId="{0E572098-B9B2-447A-9A3E-1FD387694667}" dt="2026-03-03T06:11:17.805" v="2270" actId="21"/>
          <ac:picMkLst>
            <pc:docMk/>
            <pc:sldMk cId="357077899" sldId="275"/>
            <ac:picMk id="15" creationId="{04321361-1B6A-2C4B-E9CD-B9A656876844}"/>
          </ac:picMkLst>
        </pc:picChg>
        <pc:picChg chg="del">
          <ac:chgData name="sahil gupta" userId="59420717c9741116" providerId="LiveId" clId="{0E572098-B9B2-447A-9A3E-1FD387694667}" dt="2026-03-03T06:11:15.809" v="2269" actId="21"/>
          <ac:picMkLst>
            <pc:docMk/>
            <pc:sldMk cId="357077899" sldId="275"/>
            <ac:picMk id="17" creationId="{4FECD0B3-D914-79A8-13EE-0B006EBFD0CB}"/>
          </ac:picMkLst>
        </pc:picChg>
      </pc:sldChg>
      <pc:sldChg chg="modSp add mod">
        <pc:chgData name="sahil gupta" userId="59420717c9741116" providerId="LiveId" clId="{0E572098-B9B2-447A-9A3E-1FD387694667}" dt="2026-03-03T06:16:57.414" v="2333" actId="1076"/>
        <pc:sldMkLst>
          <pc:docMk/>
          <pc:sldMk cId="1772503836" sldId="276"/>
        </pc:sldMkLst>
        <pc:picChg chg="mod">
          <ac:chgData name="sahil gupta" userId="59420717c9741116" providerId="LiveId" clId="{0E572098-B9B2-447A-9A3E-1FD387694667}" dt="2026-03-03T06:16:49.751" v="2330" actId="14100"/>
          <ac:picMkLst>
            <pc:docMk/>
            <pc:sldMk cId="1772503836" sldId="276"/>
            <ac:picMk id="6" creationId="{DAE963EC-5F98-EC96-B29C-B0603A62DA2B}"/>
          </ac:picMkLst>
        </pc:picChg>
        <pc:picChg chg="mod">
          <ac:chgData name="sahil gupta" userId="59420717c9741116" providerId="LiveId" clId="{0E572098-B9B2-447A-9A3E-1FD387694667}" dt="2026-03-03T06:16:57.414" v="2333" actId="1076"/>
          <ac:picMkLst>
            <pc:docMk/>
            <pc:sldMk cId="1772503836" sldId="276"/>
            <ac:picMk id="9" creationId="{5C713E81-7190-69A5-E79C-D27253996BD5}"/>
          </ac:picMkLst>
        </pc:picChg>
        <pc:picChg chg="mod">
          <ac:chgData name="sahil gupta" userId="59420717c9741116" providerId="LiveId" clId="{0E572098-B9B2-447A-9A3E-1FD387694667}" dt="2026-03-03T06:16:56.420" v="2332" actId="1076"/>
          <ac:picMkLst>
            <pc:docMk/>
            <pc:sldMk cId="1772503836" sldId="276"/>
            <ac:picMk id="11" creationId="{E3BD8A6E-137C-8A89-6A88-43BBD6F1F6EC}"/>
          </ac:picMkLst>
        </pc:picChg>
      </pc:sldChg>
      <pc:sldChg chg="add del">
        <pc:chgData name="sahil gupta" userId="59420717c9741116" providerId="LiveId" clId="{0E572098-B9B2-447A-9A3E-1FD387694667}" dt="2026-03-03T06:16:08.627" v="2322" actId="2696"/>
        <pc:sldMkLst>
          <pc:docMk/>
          <pc:sldMk cId="3878403351" sldId="276"/>
        </pc:sldMkLst>
      </pc:sldChg>
      <pc:sldChg chg="modSp add mod">
        <pc:chgData name="sahil gupta" userId="59420717c9741116" providerId="LiveId" clId="{0E572098-B9B2-447A-9A3E-1FD387694667}" dt="2026-03-03T06:17:50.677" v="2343" actId="1076"/>
        <pc:sldMkLst>
          <pc:docMk/>
          <pc:sldMk cId="886801082" sldId="277"/>
        </pc:sldMkLst>
        <pc:picChg chg="mod">
          <ac:chgData name="sahil gupta" userId="59420717c9741116" providerId="LiveId" clId="{0E572098-B9B2-447A-9A3E-1FD387694667}" dt="2026-03-03T06:17:47.369" v="2342" actId="14100"/>
          <ac:picMkLst>
            <pc:docMk/>
            <pc:sldMk cId="886801082" sldId="277"/>
            <ac:picMk id="9" creationId="{B3E170CB-FB9B-0FBE-5984-8911E2037083}"/>
          </ac:picMkLst>
        </pc:picChg>
        <pc:picChg chg="mod">
          <ac:chgData name="sahil gupta" userId="59420717c9741116" providerId="LiveId" clId="{0E572098-B9B2-447A-9A3E-1FD387694667}" dt="2026-03-03T06:17:50.677" v="2343" actId="1076"/>
          <ac:picMkLst>
            <pc:docMk/>
            <pc:sldMk cId="886801082" sldId="277"/>
            <ac:picMk id="11" creationId="{50DCBBE0-40D0-F1AB-0ED4-FF15D6EA19E8}"/>
          </ac:picMkLst>
        </pc:picChg>
      </pc:sldChg>
      <pc:sldChg chg="add del">
        <pc:chgData name="sahil gupta" userId="59420717c9741116" providerId="LiveId" clId="{0E572098-B9B2-447A-9A3E-1FD387694667}" dt="2026-03-03T06:17:10.407" v="2334" actId="2696"/>
        <pc:sldMkLst>
          <pc:docMk/>
          <pc:sldMk cId="3953050955" sldId="277"/>
        </pc:sldMkLst>
      </pc:sldChg>
      <pc:sldChg chg="modSp add mod">
        <pc:chgData name="sahil gupta" userId="59420717c9741116" providerId="LiveId" clId="{0E572098-B9B2-447A-9A3E-1FD387694667}" dt="2026-03-03T06:18:16.975" v="2349" actId="14100"/>
        <pc:sldMkLst>
          <pc:docMk/>
          <pc:sldMk cId="3956163883" sldId="278"/>
        </pc:sldMkLst>
        <pc:picChg chg="mod">
          <ac:chgData name="sahil gupta" userId="59420717c9741116" providerId="LiveId" clId="{0E572098-B9B2-447A-9A3E-1FD387694667}" dt="2026-03-03T06:18:16.975" v="2349" actId="14100"/>
          <ac:picMkLst>
            <pc:docMk/>
            <pc:sldMk cId="3956163883" sldId="278"/>
            <ac:picMk id="11" creationId="{574CA825-D751-B3F3-F820-A8F9F4CC40BB}"/>
          </ac:picMkLst>
        </pc:picChg>
      </pc:sldChg>
      <pc:sldChg chg="modSp add mod ord">
        <pc:chgData name="sahil gupta" userId="59420717c9741116" providerId="LiveId" clId="{0E572098-B9B2-447A-9A3E-1FD387694667}" dt="2026-03-03T14:51:01.961" v="2870" actId="1076"/>
        <pc:sldMkLst>
          <pc:docMk/>
          <pc:sldMk cId="3720889581" sldId="279"/>
        </pc:sldMkLst>
        <pc:spChg chg="mod">
          <ac:chgData name="sahil gupta" userId="59420717c9741116" providerId="LiveId" clId="{0E572098-B9B2-447A-9A3E-1FD387694667}" dt="2026-03-03T14:50:52.298" v="2868" actId="403"/>
          <ac:spMkLst>
            <pc:docMk/>
            <pc:sldMk cId="3720889581" sldId="279"/>
            <ac:spMk id="2" creationId="{9AFD6F1B-BE90-CCBC-2060-535B3C213E26}"/>
          </ac:spMkLst>
        </pc:spChg>
        <pc:spChg chg="mod">
          <ac:chgData name="sahil gupta" userId="59420717c9741116" providerId="LiveId" clId="{0E572098-B9B2-447A-9A3E-1FD387694667}" dt="2026-03-03T14:51:01.961" v="2870" actId="1076"/>
          <ac:spMkLst>
            <pc:docMk/>
            <pc:sldMk cId="3720889581" sldId="279"/>
            <ac:spMk id="5" creationId="{0B061981-5104-831F-85C5-445E49B1681B}"/>
          </ac:spMkLst>
        </pc:spChg>
        <pc:picChg chg="mod">
          <ac:chgData name="sahil gupta" userId="59420717c9741116" providerId="LiveId" clId="{0E572098-B9B2-447A-9A3E-1FD387694667}" dt="2026-03-03T14:50:57.680" v="2869" actId="14100"/>
          <ac:picMkLst>
            <pc:docMk/>
            <pc:sldMk cId="3720889581" sldId="279"/>
            <ac:picMk id="3" creationId="{E5D75BCA-591D-29FD-5DA9-E9A6FB3C3B6C}"/>
          </ac:picMkLst>
        </pc:picChg>
      </pc:sldChg>
      <pc:sldChg chg="addSp delSp modSp add mod">
        <pc:chgData name="sahil gupta" userId="59420717c9741116" providerId="LiveId" clId="{0E572098-B9B2-447A-9A3E-1FD387694667}" dt="2026-03-03T06:50:40.012" v="2434" actId="339"/>
        <pc:sldMkLst>
          <pc:docMk/>
          <pc:sldMk cId="975326672" sldId="280"/>
        </pc:sldMkLst>
        <pc:spChg chg="del">
          <ac:chgData name="sahil gupta" userId="59420717c9741116" providerId="LiveId" clId="{0E572098-B9B2-447A-9A3E-1FD387694667}" dt="2026-03-03T06:49:12.515" v="2416" actId="21"/>
          <ac:spMkLst>
            <pc:docMk/>
            <pc:sldMk cId="975326672" sldId="280"/>
            <ac:spMk id="2" creationId="{7CDF9DD9-D183-22C5-9834-65FDC5C5E806}"/>
          </ac:spMkLst>
        </pc:spChg>
        <pc:spChg chg="ord">
          <ac:chgData name="sahil gupta" userId="59420717c9741116" providerId="LiveId" clId="{0E572098-B9B2-447A-9A3E-1FD387694667}" dt="2026-03-03T06:49:17.243" v="2417" actId="167"/>
          <ac:spMkLst>
            <pc:docMk/>
            <pc:sldMk cId="975326672" sldId="280"/>
            <ac:spMk id="4" creationId="{34EACDD9-B5D9-5D43-77BF-EB75C292BBAB}"/>
          </ac:spMkLst>
        </pc:spChg>
        <pc:spChg chg="del">
          <ac:chgData name="sahil gupta" userId="59420717c9741116" providerId="LiveId" clId="{0E572098-B9B2-447A-9A3E-1FD387694667}" dt="2026-03-03T06:49:20.498" v="2418" actId="21"/>
          <ac:spMkLst>
            <pc:docMk/>
            <pc:sldMk cId="975326672" sldId="280"/>
            <ac:spMk id="5" creationId="{87763FB5-2877-3A7D-2E7D-4F11EA22A49F}"/>
          </ac:spMkLst>
        </pc:spChg>
        <pc:spChg chg="add mod">
          <ac:chgData name="sahil gupta" userId="59420717c9741116" providerId="LiveId" clId="{0E572098-B9B2-447A-9A3E-1FD387694667}" dt="2026-03-03T06:50:40.012" v="2434" actId="339"/>
          <ac:spMkLst>
            <pc:docMk/>
            <pc:sldMk cId="975326672" sldId="280"/>
            <ac:spMk id="7" creationId="{EBDB2293-3637-9E44-959E-C44CC2390B5B}"/>
          </ac:spMkLst>
        </pc:spChg>
        <pc:picChg chg="del">
          <ac:chgData name="sahil gupta" userId="59420717c9741116" providerId="LiveId" clId="{0E572098-B9B2-447A-9A3E-1FD387694667}" dt="2026-03-03T06:49:07.167" v="2415" actId="21"/>
          <ac:picMkLst>
            <pc:docMk/>
            <pc:sldMk cId="975326672" sldId="280"/>
            <ac:picMk id="3" creationId="{C87EBCEC-4B80-9E0C-9881-D264FE1F103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616F5-804B-02FD-E895-6628886B1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A6945-7971-4905-8056-CF0FDF8F3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E05C9-8344-5B66-6C32-F02D822E7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9EC1-DAC4-4CE8-95AF-7D37E8521DE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03C16-28E7-A26F-9FB1-74EFEFFC4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D2B59-BCB7-7AA2-EEBE-4AB0301B1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E40B-DE05-4A78-84E4-02AF5330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083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EF55F-418C-B036-0CCA-662CBF72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2F55-3FF8-830C-16CB-EE230E21C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8784F-5AE8-3F73-1CB8-4107EB9D4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9EC1-DAC4-4CE8-95AF-7D37E8521DE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334FE-268B-1427-17FA-69E0C0099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EE72C-F5F5-68B5-FCF0-198420500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E40B-DE05-4A78-84E4-02AF5330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863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925DE-907B-C1C7-6D85-97479C82E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CAB9C-A191-8408-F00F-849FDE342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AC6F4-752C-5A77-BBDE-B9728C1F0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9EC1-DAC4-4CE8-95AF-7D37E8521DE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F56C3-0ECB-8480-6EB1-BD89F01B5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FC8F6-F77D-7DFC-34C3-EEE1129B3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E40B-DE05-4A78-84E4-02AF5330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597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104A-A501-F075-BD63-3CACCACF1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7EE87-89CE-1306-70FD-FF413D814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9365F-0ABD-07AF-32C3-976635E9A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52CF1-D426-D8FF-EE06-E187609B2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9EC1-DAC4-4CE8-95AF-7D37E8521DE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8AC16-2B5A-4C6D-5DB2-24A04F758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9D0DC-A059-056F-7ECA-2E1E23427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E40B-DE05-4A78-84E4-02AF5330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65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F2CEA-E732-985B-7803-1476D2D84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45FFD-F1A0-B088-AC3B-CBB542048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A50F4-8759-4396-293D-54E6E6A34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D9AB83-A046-6176-5919-F0C4C4ADFC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26BBC8-21F7-AC4F-931E-9341B5F54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82E023-46D7-319C-6CEF-5906EDBEC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9EC1-DAC4-4CE8-95AF-7D37E8521DE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4ACE1-F182-2B05-F32A-F6186BEB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7DCBB3-86CC-613D-42E4-EF980062C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E40B-DE05-4A78-84E4-02AF5330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401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594F-62D9-9928-9C3A-A9AD2A2FC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8A8D2A-FD2B-98B9-B5B1-25263C806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9EC1-DAC4-4CE8-95AF-7D37E8521DE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818DF-0F8F-1D76-4DE7-D75E859D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509F3-C959-BDF4-36B5-340ED6555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E40B-DE05-4A78-84E4-02AF5330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318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80ED8-8FC8-AF6E-E378-ED4B3D6B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9EC1-DAC4-4CE8-95AF-7D37E8521DE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588C4-D4F7-489C-68E2-8C7B1F968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1D551-C8BB-4FF2-058F-3580643C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E40B-DE05-4A78-84E4-02AF5330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74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7DCA9-BA1A-3160-B662-7B1415B4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A1D42-61D1-E7B2-2D0F-B078D4631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27A5DD-A29E-011F-9F39-8558689D8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B6F13-5813-7FC8-309A-0ED7F3F64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9EC1-DAC4-4CE8-95AF-7D37E8521DE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29545-71AC-F7C6-6F13-91FF176B0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2A69E-7A9D-0E4A-1493-D95D14EDC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E40B-DE05-4A78-84E4-02AF5330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28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5236F-CAC9-FC96-D044-3911C8B40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B0829-DCCA-52F0-16FD-8696F753C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73C6C-B383-6814-2641-2BE23F1DE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BCE80-3A85-402A-1684-DC10C229F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9EC1-DAC4-4CE8-95AF-7D37E8521DE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C09A9-BAC4-0604-BB8E-BB48E281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3128C-4171-F22E-5957-53A4335B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E40B-DE05-4A78-84E4-02AF5330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73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B93B9-CBED-3023-289C-08109848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70BE4-07A8-194D-7EAA-82BF1094A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2D890-1B44-E1B0-E2B6-D201F4D6F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9EC1-DAC4-4CE8-95AF-7D37E8521DE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1A621-01CA-937D-F830-FE98CD5B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BAA75-179B-B521-D21E-281C5171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E40B-DE05-4A78-84E4-02AF5330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78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833970-03D0-4677-7420-0E1E3DA39E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4B8AA3-C4C9-F206-86DD-801925508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DE51-B2DB-92AA-83F2-02D1DFEA6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9EC1-DAC4-4CE8-95AF-7D37E8521DE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C674F-CC8C-A501-F7DA-3203966F7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27192-0E05-6CC9-67A2-B121EF6C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E40B-DE05-4A78-84E4-02AF5330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651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C67A3-26CB-3419-1910-3B6EE7C76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77344-60C8-FE87-2D19-05E8B9F49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680F3-4956-A37B-9E84-85910DB74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69EC1-DAC4-4CE8-95AF-7D37E8521DE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7D3AF-8B4D-BB77-40CB-0C86A2F47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BD644-A577-B511-8900-B275AF57A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9E40B-DE05-4A78-84E4-02AF5330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20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3CD640-49C7-7D0D-AB23-2F815B724411}"/>
              </a:ext>
            </a:extLst>
          </p:cNvPr>
          <p:cNvSpPr txBox="1">
            <a:spLocks/>
          </p:cNvSpPr>
          <p:nvPr/>
        </p:nvSpPr>
        <p:spPr>
          <a:xfrm>
            <a:off x="-1336" y="0"/>
            <a:ext cx="12191999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000"/>
              </a:lnSpc>
            </a:pPr>
            <a:endParaRPr lang="en-US" sz="20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2B14643-8B74-86C3-90FC-8BA767FFD4EF}"/>
              </a:ext>
            </a:extLst>
          </p:cNvPr>
          <p:cNvGrpSpPr/>
          <p:nvPr/>
        </p:nvGrpSpPr>
        <p:grpSpPr>
          <a:xfrm>
            <a:off x="5272391" y="0"/>
            <a:ext cx="7834009" cy="6857999"/>
            <a:chOff x="2227707" y="0"/>
            <a:chExt cx="13335635" cy="7725050"/>
          </a:xfrm>
          <a:blipFill dpi="0" rotWithShape="1">
            <a:blip r:embed="rId2">
              <a:alphaModFix amt="99000"/>
            </a:blip>
            <a:srcRect/>
            <a:stretch>
              <a:fillRect/>
            </a:stretch>
          </a:blipFill>
          <a:effectLst>
            <a:outerShdw blurRad="1270000" dist="355600" dir="21540000" sx="101000" sy="101000" algn="ctr" rotWithShape="0">
              <a:srgbClr val="000000">
                <a:alpha val="43137"/>
              </a:srgbClr>
            </a:outerShdw>
            <a:reflection blurRad="12700" stA="44000" endPos="55000" dir="5400000" sy="-100000" algn="bl" rotWithShape="0"/>
          </a:effectLst>
          <a:scene3d>
            <a:camera prst="orthographicFront"/>
            <a:lightRig rig="harsh" dir="t">
              <a:rot lat="0" lon="0" rev="1200000"/>
            </a:lightRig>
          </a:scene3d>
        </p:grpSpPr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CD3CC842-5DDB-0FB9-CA96-63C1320706F3}"/>
                </a:ext>
              </a:extLst>
            </p:cNvPr>
            <p:cNvSpPr/>
            <p:nvPr/>
          </p:nvSpPr>
          <p:spPr>
            <a:xfrm>
              <a:off x="9398000" y="0"/>
              <a:ext cx="2082800" cy="2133600"/>
            </a:xfrm>
            <a:prstGeom prst="hexagon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 dirty="0"/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56ACCA39-2127-F511-7F69-15FF3ADDA116}"/>
                </a:ext>
              </a:extLst>
            </p:cNvPr>
            <p:cNvSpPr/>
            <p:nvPr/>
          </p:nvSpPr>
          <p:spPr>
            <a:xfrm>
              <a:off x="11517884" y="0"/>
              <a:ext cx="1898142" cy="2122050"/>
            </a:xfrm>
            <a:prstGeom prst="hexagon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/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7B384378-010A-851B-EEAD-D93BA65A2649}"/>
                </a:ext>
              </a:extLst>
            </p:cNvPr>
            <p:cNvSpPr/>
            <p:nvPr/>
          </p:nvSpPr>
          <p:spPr>
            <a:xfrm>
              <a:off x="8356600" y="2133600"/>
              <a:ext cx="2082800" cy="1855350"/>
            </a:xfrm>
            <a:prstGeom prst="hexagon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607E9DAC-FB3B-29DC-DDB9-879C19B406D6}"/>
                </a:ext>
              </a:extLst>
            </p:cNvPr>
            <p:cNvSpPr/>
            <p:nvPr/>
          </p:nvSpPr>
          <p:spPr>
            <a:xfrm>
              <a:off x="10476484" y="2122050"/>
              <a:ext cx="2082800" cy="1866900"/>
            </a:xfrm>
            <a:prstGeom prst="hexagon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8174B672-6860-7A7C-80BC-FEFBC6C214B3}"/>
                </a:ext>
              </a:extLst>
            </p:cNvPr>
            <p:cNvSpPr/>
            <p:nvPr/>
          </p:nvSpPr>
          <p:spPr>
            <a:xfrm>
              <a:off x="13453110" y="0"/>
              <a:ext cx="2110232" cy="2122050"/>
            </a:xfrm>
            <a:prstGeom prst="hexagon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DBDBEDB3-A765-51BC-4B11-FEB945626656}"/>
                </a:ext>
              </a:extLst>
            </p:cNvPr>
            <p:cNvSpPr/>
            <p:nvPr/>
          </p:nvSpPr>
          <p:spPr>
            <a:xfrm>
              <a:off x="12596368" y="2122050"/>
              <a:ext cx="2082800" cy="1866900"/>
            </a:xfrm>
            <a:prstGeom prst="hexagon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D284A920-EFB1-0198-5F66-C46615898536}"/>
                </a:ext>
              </a:extLst>
            </p:cNvPr>
            <p:cNvSpPr/>
            <p:nvPr/>
          </p:nvSpPr>
          <p:spPr>
            <a:xfrm>
              <a:off x="6273800" y="2045850"/>
              <a:ext cx="2082800" cy="1855350"/>
            </a:xfrm>
            <a:prstGeom prst="hexagon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BBC41D1B-8F2C-D05E-B150-11779B44A9CF}"/>
                </a:ext>
              </a:extLst>
            </p:cNvPr>
            <p:cNvSpPr/>
            <p:nvPr/>
          </p:nvSpPr>
          <p:spPr>
            <a:xfrm>
              <a:off x="6273800" y="3988950"/>
              <a:ext cx="2082800" cy="1855350"/>
            </a:xfrm>
            <a:prstGeom prst="hexagon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 dirty="0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5F890350-46F4-47C3-13BE-6EED31E72D3E}"/>
                </a:ext>
              </a:extLst>
            </p:cNvPr>
            <p:cNvSpPr/>
            <p:nvPr/>
          </p:nvSpPr>
          <p:spPr>
            <a:xfrm>
              <a:off x="8356600" y="3988950"/>
              <a:ext cx="2082800" cy="1855350"/>
            </a:xfrm>
            <a:prstGeom prst="hexagon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FBF0634A-63B5-D302-A028-391EEA85C8AD}"/>
                </a:ext>
              </a:extLst>
            </p:cNvPr>
            <p:cNvSpPr/>
            <p:nvPr/>
          </p:nvSpPr>
          <p:spPr>
            <a:xfrm>
              <a:off x="10513568" y="3988950"/>
              <a:ext cx="2082800" cy="1855350"/>
            </a:xfrm>
            <a:prstGeom prst="hexagon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BD496792-15B9-0A5A-2888-2DBC865DB7DC}"/>
                </a:ext>
              </a:extLst>
            </p:cNvPr>
            <p:cNvSpPr/>
            <p:nvPr/>
          </p:nvSpPr>
          <p:spPr>
            <a:xfrm>
              <a:off x="12522200" y="3988950"/>
              <a:ext cx="2082800" cy="1855350"/>
            </a:xfrm>
            <a:prstGeom prst="hexagon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43B6A7CE-A9B5-E1AE-EAFA-B5132ED99502}"/>
                </a:ext>
              </a:extLst>
            </p:cNvPr>
            <p:cNvSpPr/>
            <p:nvPr/>
          </p:nvSpPr>
          <p:spPr>
            <a:xfrm>
              <a:off x="6347968" y="5844300"/>
              <a:ext cx="2082800" cy="1855350"/>
            </a:xfrm>
            <a:prstGeom prst="hexagon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E348BE12-FCFA-2907-5A1A-F492612D43D9}"/>
                </a:ext>
              </a:extLst>
            </p:cNvPr>
            <p:cNvSpPr/>
            <p:nvPr/>
          </p:nvSpPr>
          <p:spPr>
            <a:xfrm>
              <a:off x="12596367" y="5844300"/>
              <a:ext cx="2082800" cy="1855350"/>
            </a:xfrm>
            <a:prstGeom prst="hexagon">
              <a:avLst/>
            </a:prstGeom>
            <a:noFill/>
            <a:ln>
              <a:noFill/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BB6D3CFB-6F4A-A44B-5D69-047E59197235}"/>
                </a:ext>
              </a:extLst>
            </p:cNvPr>
            <p:cNvSpPr/>
            <p:nvPr/>
          </p:nvSpPr>
          <p:spPr>
            <a:xfrm>
              <a:off x="6364479" y="5869700"/>
              <a:ext cx="2082800" cy="1855350"/>
            </a:xfrm>
            <a:prstGeom prst="hexagon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 dirty="0"/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FFB7B127-0409-7F5A-FA6B-0AA0B74DEB3A}"/>
                </a:ext>
              </a:extLst>
            </p:cNvPr>
            <p:cNvSpPr/>
            <p:nvPr/>
          </p:nvSpPr>
          <p:spPr>
            <a:xfrm>
              <a:off x="12612878" y="5869700"/>
              <a:ext cx="2082800" cy="1855350"/>
            </a:xfrm>
            <a:prstGeom prst="hexagon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06DFE320-7EC3-1518-1538-F7700BB37BF1}"/>
                </a:ext>
              </a:extLst>
            </p:cNvPr>
            <p:cNvSpPr/>
            <p:nvPr/>
          </p:nvSpPr>
          <p:spPr>
            <a:xfrm>
              <a:off x="10530077" y="5844300"/>
              <a:ext cx="2082800" cy="1855350"/>
            </a:xfrm>
            <a:prstGeom prst="hexagon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464BAEA5-5F41-118D-5431-8A9721E23718}"/>
                </a:ext>
              </a:extLst>
            </p:cNvPr>
            <p:cNvSpPr/>
            <p:nvPr/>
          </p:nvSpPr>
          <p:spPr>
            <a:xfrm>
              <a:off x="8465058" y="5869700"/>
              <a:ext cx="2082800" cy="1855350"/>
            </a:xfrm>
            <a:prstGeom prst="hexagon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/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2E582976-90BE-9088-FA8A-1E0471DC182D}"/>
                </a:ext>
              </a:extLst>
            </p:cNvPr>
            <p:cNvSpPr/>
            <p:nvPr/>
          </p:nvSpPr>
          <p:spPr>
            <a:xfrm>
              <a:off x="3807489" y="3988949"/>
              <a:ext cx="2392141" cy="1855349"/>
            </a:xfrm>
            <a:prstGeom prst="hexagon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 dirty="0"/>
            </a:p>
          </p:txBody>
        </p:sp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E027AD2C-F1D6-A805-67E5-6BE3251AB8F5}"/>
                </a:ext>
              </a:extLst>
            </p:cNvPr>
            <p:cNvSpPr/>
            <p:nvPr/>
          </p:nvSpPr>
          <p:spPr>
            <a:xfrm>
              <a:off x="4182745" y="5844300"/>
              <a:ext cx="2082800" cy="1855350"/>
            </a:xfrm>
            <a:prstGeom prst="hexagon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17B94D0F-DB44-C6C6-FBED-DF9E88DA4C3A}"/>
                </a:ext>
              </a:extLst>
            </p:cNvPr>
            <p:cNvSpPr/>
            <p:nvPr/>
          </p:nvSpPr>
          <p:spPr>
            <a:xfrm>
              <a:off x="2227707" y="5756550"/>
              <a:ext cx="2082800" cy="1855350"/>
            </a:xfrm>
            <a:prstGeom prst="hexagon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sp3d extrusionH="114300" prstMaterial="flat">
              <a:bevelT w="152400" h="127000"/>
              <a:bevelB w="107950" h="107950"/>
              <a:extrusionClr>
                <a:schemeClr val="accent1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BCE63C7-F18A-42C1-787D-AA45A64E6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58" y="1896699"/>
            <a:ext cx="7684943" cy="1468758"/>
          </a:xfrm>
        </p:spPr>
        <p:txBody>
          <a:bodyPr>
            <a:noAutofit/>
          </a:bodyPr>
          <a:lstStyle/>
          <a:p>
            <a:pPr algn="l"/>
            <a:r>
              <a:rPr lang="en-IN" sz="48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MANUFACTURING</a:t>
            </a:r>
            <a:r>
              <a:rPr lang="en-IN" sz="4400" b="1" dirty="0">
                <a:latin typeface="+mn-lt"/>
              </a:rPr>
              <a:t> </a:t>
            </a:r>
            <a:r>
              <a:rPr lang="en-IN" sz="4800" b="1" dirty="0">
                <a:latin typeface="+mn-lt"/>
              </a:rPr>
              <a:t>ANALYSIS</a:t>
            </a:r>
            <a:br>
              <a:rPr lang="en-US" sz="4400" b="1" dirty="0">
                <a:latin typeface="+mn-lt"/>
              </a:rPr>
            </a:br>
            <a:endParaRPr lang="en-IN" sz="4400" b="1" dirty="0">
              <a:latin typeface="+mn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67D29EA-DE96-9B87-E22A-176773BBE78A}"/>
              </a:ext>
            </a:extLst>
          </p:cNvPr>
          <p:cNvSpPr txBox="1">
            <a:spLocks/>
          </p:cNvSpPr>
          <p:nvPr/>
        </p:nvSpPr>
        <p:spPr>
          <a:xfrm>
            <a:off x="17592" y="2558039"/>
            <a:ext cx="7588102" cy="72681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000"/>
              </a:lnSpc>
            </a:pPr>
            <a:r>
              <a:rPr lang="en-US" sz="1800" b="1" dirty="0">
                <a:latin typeface="Cabin" pitchFamily="34" charset="0"/>
                <a:ea typeface="Cabin" pitchFamily="34" charset="-122"/>
                <a:cs typeface="Cabin" pitchFamily="34" charset="-120"/>
              </a:rPr>
              <a:t>- </a:t>
            </a:r>
            <a:r>
              <a:rPr lang="en-US" sz="1800" b="1" u="sng" dirty="0">
                <a:solidFill>
                  <a:schemeClr val="accent4">
                    <a:lumMod val="7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INNOVATION, EFFICIENCY </a:t>
            </a:r>
            <a:r>
              <a:rPr lang="en-US" sz="1800" b="1" u="sng" dirty="0">
                <a:solidFill>
                  <a:srgbClr val="00206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AND</a:t>
            </a:r>
            <a:r>
              <a:rPr lang="en-US" sz="1800" b="1" u="sng" dirty="0">
                <a:latin typeface="Cabin" pitchFamily="34" charset="0"/>
                <a:ea typeface="Cabin" pitchFamily="34" charset="-122"/>
                <a:cs typeface="Cabin" pitchFamily="34" charset="-120"/>
              </a:rPr>
              <a:t> QUALITY IN EVERY PRODUCTION</a:t>
            </a:r>
            <a:endParaRPr lang="en-US" sz="1800" b="1" u="sng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DA8BE31-5691-21C8-EAB5-AED8A2836A3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17591" y="-1930400"/>
            <a:ext cx="12156817" cy="8788399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F53782E8-6790-2E5B-F351-109E738E2CAE}"/>
              </a:ext>
            </a:extLst>
          </p:cNvPr>
          <p:cNvSpPr txBox="1">
            <a:spLocks/>
          </p:cNvSpPr>
          <p:nvPr/>
        </p:nvSpPr>
        <p:spPr>
          <a:xfrm>
            <a:off x="17590" y="6375627"/>
            <a:ext cx="2924049" cy="4343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b="1" dirty="0">
                <a:solidFill>
                  <a:srgbClr val="002060"/>
                </a:solidFill>
                <a:latin typeface="+mn-lt"/>
              </a:rPr>
              <a:t>GROUP-1</a:t>
            </a:r>
            <a:endParaRPr lang="en-IN" sz="2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00889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BA3D0-85AC-D617-3B4E-C102BEE91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3F1BB7-245B-7FD1-E327-E1FAF5DC39D9}"/>
              </a:ext>
            </a:extLst>
          </p:cNvPr>
          <p:cNvSpPr txBox="1">
            <a:spLocks/>
          </p:cNvSpPr>
          <p:nvPr/>
        </p:nvSpPr>
        <p:spPr>
          <a:xfrm>
            <a:off x="-28654" y="-36062"/>
            <a:ext cx="12192001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000"/>
              </a:lnSpc>
            </a:pP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A79BDB-5FF2-7F14-EE0B-875D69308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654" y="-36062"/>
            <a:ext cx="12249307" cy="6894061"/>
          </a:xfrm>
          <a:prstGeom prst="rect">
            <a:avLst/>
          </a:prstGeom>
          <a:noFill/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375E2A-C53D-31CC-243B-738856246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42" y="1688119"/>
            <a:ext cx="11952605" cy="450889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IN" sz="2800" b="1" dirty="0"/>
              <a:t>Sahil Rajesh Gupta</a:t>
            </a:r>
            <a:br>
              <a:rPr lang="en-IN" sz="2800" b="1" dirty="0"/>
            </a:br>
            <a:r>
              <a:rPr lang="en-IN" sz="2800" b="1" dirty="0"/>
              <a:t>          </a:t>
            </a:r>
            <a:r>
              <a:rPr lang="en-IN" sz="2800" b="1" dirty="0" err="1"/>
              <a:t>Kasoju</a:t>
            </a:r>
            <a:r>
              <a:rPr lang="en-IN" sz="2800" b="1" dirty="0"/>
              <a:t> Akshitha</a:t>
            </a:r>
            <a:br>
              <a:rPr lang="en-IN" sz="2800" b="1" dirty="0"/>
            </a:br>
            <a:r>
              <a:rPr lang="en-IN" sz="2800" b="1" dirty="0"/>
              <a:t>                       Manasi Prashant Daph</a:t>
            </a:r>
            <a:br>
              <a:rPr lang="en-IN" sz="2800" b="1" dirty="0"/>
            </a:br>
            <a:r>
              <a:rPr lang="en-IN" sz="2800" b="1" dirty="0"/>
              <a:t>                                     Ganesh Amar </a:t>
            </a:r>
            <a:r>
              <a:rPr lang="en-IN" sz="2800" b="1" dirty="0" err="1"/>
              <a:t>Dudhal</a:t>
            </a:r>
            <a:r>
              <a:rPr lang="en-IN" sz="2800" b="1" dirty="0"/>
              <a:t> </a:t>
            </a:r>
            <a:br>
              <a:rPr lang="en-IN" sz="2800" b="1" dirty="0"/>
            </a:br>
            <a:r>
              <a:rPr lang="en-IN" sz="2800" b="1" dirty="0"/>
              <a:t>                                                    Kajol Prasad </a:t>
            </a:r>
            <a:r>
              <a:rPr lang="en-IN" sz="2800" b="1" dirty="0" err="1"/>
              <a:t>Satardekar</a:t>
            </a:r>
            <a:br>
              <a:rPr lang="en-IN" sz="2800" b="1" dirty="0"/>
            </a:br>
            <a:r>
              <a:rPr lang="en-IN" sz="2800" b="1" dirty="0"/>
              <a:t>                                                              Khushi Meghe</a:t>
            </a:r>
            <a:br>
              <a:rPr lang="en-IN" sz="2800" b="1" dirty="0"/>
            </a:br>
            <a:r>
              <a:rPr lang="en-IN" sz="2800" b="1" dirty="0"/>
              <a:t>                                                                           Vishal Prasad</a:t>
            </a:r>
            <a:br>
              <a:rPr lang="en-US" sz="2800" b="1" dirty="0"/>
            </a:br>
            <a:endParaRPr lang="en-IN" sz="28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484AE9-D487-66DF-7402-45EF3288CD79}"/>
              </a:ext>
            </a:extLst>
          </p:cNvPr>
          <p:cNvSpPr txBox="1"/>
          <p:nvPr/>
        </p:nvSpPr>
        <p:spPr>
          <a:xfrm>
            <a:off x="28653" y="294138"/>
            <a:ext cx="6248400" cy="769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500"/>
              </a:lnSpc>
            </a:pPr>
            <a:r>
              <a:rPr lang="en-US" sz="4400" b="1" spc="-18" dirty="0">
                <a:solidFill>
                  <a:srgbClr val="FF0000"/>
                </a:solidFill>
                <a:latin typeface="IBM Plex Sans" panose="00000700000000000000" pitchFamily="2" charset="0"/>
              </a:rPr>
              <a:t>Group Members: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625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49EA2-66B1-04CD-8BB8-5CBDC8495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F1FFB3-8CD1-D708-283B-A37FE9A8FDAA}"/>
              </a:ext>
            </a:extLst>
          </p:cNvPr>
          <p:cNvSpPr txBox="1">
            <a:spLocks/>
          </p:cNvSpPr>
          <p:nvPr/>
        </p:nvSpPr>
        <p:spPr>
          <a:xfrm>
            <a:off x="-1004" y="0"/>
            <a:ext cx="12191999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4400" dirty="0">
              <a:solidFill>
                <a:schemeClr val="accent1">
                  <a:lumMod val="40000"/>
                  <a:lumOff val="60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EF71C-5572-510D-94D2-E1409E5C7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" y="0"/>
            <a:ext cx="6373589" cy="773651"/>
          </a:xfrm>
        </p:spPr>
        <p:txBody>
          <a:bodyPr>
            <a:noAutofit/>
          </a:bodyPr>
          <a:lstStyle/>
          <a:p>
            <a:pPr algn="l">
              <a:lnSpc>
                <a:spcPts val="7250"/>
              </a:lnSpc>
            </a:pPr>
            <a:r>
              <a:rPr lang="en-IN" sz="4000" b="1" dirty="0">
                <a:solidFill>
                  <a:srgbClr val="FF0000"/>
                </a:solidFill>
                <a:latin typeface="+mn-lt"/>
              </a:rPr>
              <a:t>Aim of the Project:</a:t>
            </a:r>
            <a:endParaRPr lang="en-US" sz="4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20ADB5AC-4860-EEA7-0FA6-19EB2BF0EDA9}"/>
              </a:ext>
            </a:extLst>
          </p:cNvPr>
          <p:cNvSpPr/>
          <p:nvPr/>
        </p:nvSpPr>
        <p:spPr>
          <a:xfrm>
            <a:off x="254661" y="1875346"/>
            <a:ext cx="5634075" cy="1896482"/>
          </a:xfrm>
          <a:prstGeom prst="roundRect">
            <a:avLst>
              <a:gd name="adj" fmla="val 7013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sz="2400" b="1" dirty="0"/>
              <a:t>To provide a comprehensive view of manufacturing performance through key KPIs such as efficiency rate, machine </a:t>
            </a:r>
            <a:r>
              <a:rPr lang="en-US" sz="2400" b="1" dirty="0" err="1"/>
              <a:t>utilisation</a:t>
            </a:r>
            <a:r>
              <a:rPr lang="en-US" sz="2400" b="1" dirty="0"/>
              <a:t>, and production output. </a:t>
            </a:r>
          </a:p>
          <a:p>
            <a:endParaRPr lang="en-IN" sz="240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5177C863-CF91-78F9-4925-2672C27A13D7}"/>
              </a:ext>
            </a:extLst>
          </p:cNvPr>
          <p:cNvSpPr/>
          <p:nvPr/>
        </p:nvSpPr>
        <p:spPr>
          <a:xfrm>
            <a:off x="2204604" y="1132608"/>
            <a:ext cx="610798" cy="712989"/>
          </a:xfrm>
          <a:prstGeom prst="roundRect">
            <a:avLst>
              <a:gd name="adj" fmla="val 134031"/>
            </a:avLst>
          </a:prstGeom>
          <a:solidFill>
            <a:schemeClr val="tx1"/>
          </a:solidFill>
          <a:ln/>
        </p:spPr>
        <p:txBody>
          <a:bodyPr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7AEF3ACF-F9E3-52E6-B63A-39673B5D8AFF}"/>
              </a:ext>
            </a:extLst>
          </p:cNvPr>
          <p:cNvSpPr/>
          <p:nvPr/>
        </p:nvSpPr>
        <p:spPr>
          <a:xfrm>
            <a:off x="6197148" y="1874131"/>
            <a:ext cx="5634075" cy="1897697"/>
          </a:xfrm>
          <a:prstGeom prst="roundRect">
            <a:avLst>
              <a:gd name="adj" fmla="val 7013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sz="2400" b="1" dirty="0"/>
              <a:t>To help management track daily, monthly, and yearly production trends for effective decision-making. </a:t>
            </a:r>
          </a:p>
          <a:p>
            <a:endParaRPr lang="en-IN" sz="2400" b="1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15B9FAAC-2FD1-F455-E2ED-09CC4F112453}"/>
              </a:ext>
            </a:extLst>
          </p:cNvPr>
          <p:cNvSpPr/>
          <p:nvPr/>
        </p:nvSpPr>
        <p:spPr>
          <a:xfrm>
            <a:off x="8216447" y="1132608"/>
            <a:ext cx="610798" cy="742686"/>
          </a:xfrm>
          <a:prstGeom prst="roundRect">
            <a:avLst>
              <a:gd name="adj" fmla="val 134031"/>
            </a:avLst>
          </a:prstGeom>
          <a:solidFill>
            <a:schemeClr val="tx1"/>
          </a:solidFill>
          <a:ln/>
        </p:spPr>
        <p:txBody>
          <a:bodyPr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ACB96741-7D4F-E6C0-5351-AACBAEC188BD}"/>
              </a:ext>
            </a:extLst>
          </p:cNvPr>
          <p:cNvSpPr/>
          <p:nvPr/>
        </p:nvSpPr>
        <p:spPr>
          <a:xfrm>
            <a:off x="6197148" y="4598191"/>
            <a:ext cx="5423267" cy="1592297"/>
          </a:xfrm>
          <a:prstGeom prst="roundRect">
            <a:avLst>
              <a:gd name="adj" fmla="val 7013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sz="2000" b="1" dirty="0"/>
              <a:t>To support data-driven strategies that reduce costs, improve productivity, and enhance operational performance.</a:t>
            </a:r>
          </a:p>
          <a:p>
            <a:endParaRPr lang="en-IN" sz="2000" b="1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850AB7CC-0312-AA36-CC06-AC5C48B84E84}"/>
              </a:ext>
            </a:extLst>
          </p:cNvPr>
          <p:cNvSpPr/>
          <p:nvPr/>
        </p:nvSpPr>
        <p:spPr>
          <a:xfrm>
            <a:off x="8265127" y="3826865"/>
            <a:ext cx="626974" cy="773651"/>
          </a:xfrm>
          <a:prstGeom prst="roundRect">
            <a:avLst>
              <a:gd name="adj" fmla="val 134031"/>
            </a:avLst>
          </a:prstGeom>
          <a:solidFill>
            <a:schemeClr val="tx1"/>
          </a:solidFill>
          <a:ln/>
        </p:spPr>
        <p:txBody>
          <a:bodyPr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F1D8C803-7EB8-63E3-D8DA-10188A58C3AA}"/>
              </a:ext>
            </a:extLst>
          </p:cNvPr>
          <p:cNvSpPr/>
          <p:nvPr/>
        </p:nvSpPr>
        <p:spPr>
          <a:xfrm>
            <a:off x="254661" y="4598191"/>
            <a:ext cx="5634074" cy="1592297"/>
          </a:xfrm>
          <a:prstGeom prst="roundRect">
            <a:avLst>
              <a:gd name="adj" fmla="val 7013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sz="2400" b="1" dirty="0"/>
              <a:t>To identify bottlenecks in processes and highlight areas of improvement for increasing overall efficiency.</a:t>
            </a:r>
          </a:p>
          <a:p>
            <a:endParaRPr lang="en-IN" sz="2400" b="1" dirty="0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1349A0E0-0F53-9A2A-F741-22CFD44BA9E8}"/>
              </a:ext>
            </a:extLst>
          </p:cNvPr>
          <p:cNvSpPr/>
          <p:nvPr/>
        </p:nvSpPr>
        <p:spPr>
          <a:xfrm>
            <a:off x="2204604" y="3798765"/>
            <a:ext cx="626974" cy="773651"/>
          </a:xfrm>
          <a:prstGeom prst="roundRect">
            <a:avLst>
              <a:gd name="adj" fmla="val 134031"/>
            </a:avLst>
          </a:prstGeom>
          <a:solidFill>
            <a:schemeClr val="tx1"/>
          </a:solidFill>
          <a:ln/>
        </p:spPr>
        <p:txBody>
          <a:bodyPr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365D3E-DFD1-8E4C-F7AF-0A1E170D17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6" y="0"/>
            <a:ext cx="12190994" cy="6858001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331464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3ACDF-78D2-33B9-0FCC-1C69708D8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D9ABD3D-072D-5C56-7A2A-6115FDED3C25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4400" dirty="0">
              <a:solidFill>
                <a:schemeClr val="accent1">
                  <a:lumMod val="40000"/>
                  <a:lumOff val="60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02616-D0BE-B814-2CB0-B976957C9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71895" y="14100"/>
            <a:ext cx="6374595" cy="773651"/>
          </a:xfrm>
        </p:spPr>
        <p:txBody>
          <a:bodyPr>
            <a:noAutofit/>
          </a:bodyPr>
          <a:lstStyle/>
          <a:p>
            <a:pPr>
              <a:lnSpc>
                <a:spcPts val="3600"/>
              </a:lnSpc>
            </a:pPr>
            <a:r>
              <a:rPr lang="en-IN" sz="4000" b="1" dirty="0">
                <a:solidFill>
                  <a:srgbClr val="FF0000"/>
                </a:solidFill>
                <a:latin typeface="+mn-lt"/>
              </a:rPr>
              <a:t>Objectives of the Project:</a:t>
            </a:r>
            <a:endParaRPr lang="en-US" sz="36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D966BB37-D989-AB0A-ABEA-28150A4C3E20}"/>
              </a:ext>
            </a:extLst>
          </p:cNvPr>
          <p:cNvSpPr/>
          <p:nvPr/>
        </p:nvSpPr>
        <p:spPr>
          <a:xfrm>
            <a:off x="254661" y="1956816"/>
            <a:ext cx="5456328" cy="1816226"/>
          </a:xfrm>
          <a:prstGeom prst="roundRect">
            <a:avLst>
              <a:gd name="adj" fmla="val 7013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2800" b="1" dirty="0"/>
              <a:t>Track production, rejection,</a:t>
            </a:r>
          </a:p>
          <a:p>
            <a:pPr>
              <a:lnSpc>
                <a:spcPts val="1600"/>
              </a:lnSpc>
              <a:buSzPct val="100000"/>
            </a:pPr>
            <a:r>
              <a:rPr lang="en-US" sz="2800" b="1" dirty="0"/>
              <a:t>   </a:t>
            </a:r>
          </a:p>
          <a:p>
            <a:pPr>
              <a:lnSpc>
                <a:spcPts val="1600"/>
              </a:lnSpc>
              <a:buSzPct val="100000"/>
            </a:pPr>
            <a:r>
              <a:rPr lang="en-US" sz="2800" b="1" dirty="0"/>
              <a:t>     and delivery</a:t>
            </a:r>
          </a:p>
          <a:p>
            <a:pPr>
              <a:lnSpc>
                <a:spcPts val="1600"/>
              </a:lnSpc>
              <a:buSzPct val="100000"/>
            </a:pPr>
            <a:endParaRPr lang="en-US" sz="2800" b="1" dirty="0"/>
          </a:p>
          <a:p>
            <a:pPr marL="457200" indent="-457200">
              <a:lnSpc>
                <a:spcPts val="16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b="1" dirty="0"/>
              <a:t>performance to understand</a:t>
            </a:r>
          </a:p>
          <a:p>
            <a:pPr>
              <a:lnSpc>
                <a:spcPts val="1600"/>
              </a:lnSpc>
              <a:buSzPct val="100000"/>
            </a:pPr>
            <a:endParaRPr lang="en-US" sz="2800" b="1" dirty="0"/>
          </a:p>
          <a:p>
            <a:pPr>
              <a:lnSpc>
                <a:spcPts val="1600"/>
              </a:lnSpc>
              <a:buSzPct val="100000"/>
            </a:pPr>
            <a:r>
              <a:rPr lang="en-US" sz="2800" b="1" dirty="0"/>
              <a:t>     overall efficiency</a:t>
            </a:r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AEB10C36-9585-28D1-2ECF-C2AABD20B7BC}"/>
              </a:ext>
            </a:extLst>
          </p:cNvPr>
          <p:cNvSpPr/>
          <p:nvPr/>
        </p:nvSpPr>
        <p:spPr>
          <a:xfrm>
            <a:off x="2362200" y="1074731"/>
            <a:ext cx="618868" cy="745577"/>
          </a:xfrm>
          <a:prstGeom prst="roundRect">
            <a:avLst>
              <a:gd name="adj" fmla="val 134031"/>
            </a:avLst>
          </a:prstGeom>
          <a:solidFill>
            <a:schemeClr val="tx1"/>
          </a:solidFill>
          <a:ln/>
        </p:spPr>
        <p:txBody>
          <a:bodyPr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0A3025AC-B032-387A-6E7C-CE163783AB44}"/>
              </a:ext>
            </a:extLst>
          </p:cNvPr>
          <p:cNvSpPr/>
          <p:nvPr/>
        </p:nvSpPr>
        <p:spPr>
          <a:xfrm>
            <a:off x="6197148" y="1955602"/>
            <a:ext cx="5212461" cy="1816226"/>
          </a:xfrm>
          <a:prstGeom prst="roundRect">
            <a:avLst>
              <a:gd name="adj" fmla="val 7013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sz="2400" b="1" dirty="0"/>
              <a:t>To present daily, monthly, and department wise outputs in a clear and simple view</a:t>
            </a:r>
          </a:p>
          <a:p>
            <a:endParaRPr lang="en-IN" sz="2400" b="1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38410A68-4A82-F60A-AEE9-58737EA59945}"/>
              </a:ext>
            </a:extLst>
          </p:cNvPr>
          <p:cNvSpPr/>
          <p:nvPr/>
        </p:nvSpPr>
        <p:spPr>
          <a:xfrm>
            <a:off x="8208375" y="1101643"/>
            <a:ext cx="618869" cy="773651"/>
          </a:xfrm>
          <a:prstGeom prst="roundRect">
            <a:avLst>
              <a:gd name="adj" fmla="val 134031"/>
            </a:avLst>
          </a:prstGeom>
          <a:solidFill>
            <a:schemeClr val="tx1"/>
          </a:solidFill>
          <a:ln/>
        </p:spPr>
        <p:txBody>
          <a:bodyPr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3ECCBDFD-1538-10AC-ACD4-C4DCA44C1093}"/>
              </a:ext>
            </a:extLst>
          </p:cNvPr>
          <p:cNvSpPr/>
          <p:nvPr/>
        </p:nvSpPr>
        <p:spPr>
          <a:xfrm>
            <a:off x="6197148" y="4598191"/>
            <a:ext cx="5212461" cy="1421609"/>
          </a:xfrm>
          <a:prstGeom prst="roundRect">
            <a:avLst>
              <a:gd name="adj" fmla="val 7013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sz="2400" b="1" dirty="0"/>
              <a:t>Delivered insights that helped improve quality, reduce waste, and support better planning.</a:t>
            </a:r>
          </a:p>
          <a:p>
            <a:endParaRPr lang="en-IN" sz="2400" b="1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30FA3F1B-D603-7352-6A34-29E5C3527FD7}"/>
              </a:ext>
            </a:extLst>
          </p:cNvPr>
          <p:cNvSpPr/>
          <p:nvPr/>
        </p:nvSpPr>
        <p:spPr>
          <a:xfrm>
            <a:off x="8299070" y="3826865"/>
            <a:ext cx="618869" cy="773651"/>
          </a:xfrm>
          <a:prstGeom prst="roundRect">
            <a:avLst>
              <a:gd name="adj" fmla="val 134031"/>
            </a:avLst>
          </a:prstGeom>
          <a:solidFill>
            <a:schemeClr val="tx1"/>
          </a:solidFill>
          <a:ln/>
        </p:spPr>
        <p:txBody>
          <a:bodyPr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4DF4879E-8E6D-BF82-6EE3-20DF48022914}"/>
              </a:ext>
            </a:extLst>
          </p:cNvPr>
          <p:cNvSpPr/>
          <p:nvPr/>
        </p:nvSpPr>
        <p:spPr>
          <a:xfrm>
            <a:off x="254660" y="4598191"/>
            <a:ext cx="5456327" cy="1421609"/>
          </a:xfrm>
          <a:prstGeom prst="roundRect">
            <a:avLst>
              <a:gd name="adj" fmla="val 7013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pPr marL="342900" indent="-342900">
              <a:buSzPct val="100000"/>
              <a:buChar char="•"/>
            </a:pPr>
            <a:r>
              <a:rPr lang="en-US" sz="2400" b="1" dirty="0"/>
              <a:t>Applied SQL queries to calculate</a:t>
            </a:r>
          </a:p>
          <a:p>
            <a:pPr>
              <a:buSzPct val="100000"/>
            </a:pPr>
            <a:r>
              <a:rPr lang="en-US" sz="2400" b="1" dirty="0"/>
              <a:t>   employee work, machine cost,             repeat orders, and delivery trends.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965862-85B3-B4D6-BA84-57A0080B1C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Shape 4">
            <a:extLst>
              <a:ext uri="{FF2B5EF4-FFF2-40B4-BE49-F238E27FC236}">
                <a16:creationId xmlns:a16="http://schemas.microsoft.com/office/drawing/2014/main" id="{A171F020-7EDC-8414-ACCA-F4487D2F392B}"/>
              </a:ext>
            </a:extLst>
          </p:cNvPr>
          <p:cNvSpPr/>
          <p:nvPr/>
        </p:nvSpPr>
        <p:spPr>
          <a:xfrm>
            <a:off x="2362199" y="3826865"/>
            <a:ext cx="618869" cy="745577"/>
          </a:xfrm>
          <a:prstGeom prst="roundRect">
            <a:avLst>
              <a:gd name="adj" fmla="val 134031"/>
            </a:avLst>
          </a:prstGeom>
          <a:solidFill>
            <a:schemeClr val="tx1"/>
          </a:solidFill>
          <a:ln/>
        </p:spPr>
        <p:txBody>
          <a:bodyPr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15114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DF5D2-71E3-99F3-2D5E-FE07F7A48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24C04-5F38-DBA3-2F81-EC6207405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949" y="-817123"/>
            <a:ext cx="10505872" cy="564204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Excel Dashboard</a:t>
            </a:r>
            <a:endParaRPr lang="en-IN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86E6E4-8E6B-A94C-64C3-3D22AC1C4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4774"/>
            <a:ext cx="12166060" cy="6273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1A9493-16E1-A9F1-3D93-6EC972D50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2024" y="5161320"/>
            <a:ext cx="2901006" cy="1696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9800D2-718D-5852-7493-6D06B1AC9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3030" y="5161320"/>
            <a:ext cx="2356646" cy="169668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57DBF09-E156-9124-0B9D-7531E38AB6F8}"/>
              </a:ext>
            </a:extLst>
          </p:cNvPr>
          <p:cNvSpPr/>
          <p:nvPr/>
        </p:nvSpPr>
        <p:spPr>
          <a:xfrm>
            <a:off x="0" y="0"/>
            <a:ext cx="12166060" cy="5847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9866F-4691-21F4-4EE0-02E34CCAD3A9}"/>
              </a:ext>
            </a:extLst>
          </p:cNvPr>
          <p:cNvSpPr txBox="1"/>
          <p:nvPr/>
        </p:nvSpPr>
        <p:spPr>
          <a:xfrm>
            <a:off x="0" y="0"/>
            <a:ext cx="4623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Excel Dashboard</a:t>
            </a:r>
            <a:endParaRPr lang="en-IN" sz="3200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5796E7F1-4B83-5C3D-03B7-096DA37956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4241800" y="3276600"/>
            <a:ext cx="10490200" cy="1049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E901D4-4076-B4ED-9543-B85AB1AA38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5378" y="5161320"/>
            <a:ext cx="2356646" cy="169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578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907F-80B3-CF60-F239-11B7EB14D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F1E74-2114-E112-A893-1AC743208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3505"/>
            <a:ext cx="10505872" cy="564204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dirty="0"/>
              <a:t>Excel Dashboard</a:t>
            </a:r>
            <a:endParaRPr lang="en-IN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E7363-DC70-314A-481E-6001F57B7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391F7-1BFF-21A1-6CEC-42E26CFD1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5968" y="4941468"/>
            <a:ext cx="2915052" cy="19165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65AE7D-5F2A-737C-2609-B1CA20A1D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4986" y="4941469"/>
            <a:ext cx="3340177" cy="1916531"/>
          </a:xfrm>
          <a:prstGeom prst="rect">
            <a:avLst/>
          </a:prstGeom>
        </p:spPr>
      </p:pic>
      <p:sp>
        <p:nvSpPr>
          <p:cNvPr id="3" name="AutoShape 2">
            <a:extLst>
              <a:ext uri="{FF2B5EF4-FFF2-40B4-BE49-F238E27FC236}">
                <a16:creationId xmlns:a16="http://schemas.microsoft.com/office/drawing/2014/main" id="{92B9B829-4C67-8E00-2C5B-443A254045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46698" y="2498387"/>
            <a:ext cx="8959174" cy="895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54F431-D2B2-3C71-7A42-746FF5AD9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321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41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0FD39-980F-A696-F7B2-E566B07A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7A11-B9DB-B337-D79F-0714B314B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3505"/>
            <a:ext cx="10505872" cy="564204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dirty="0"/>
              <a:t>Excel Dashboard</a:t>
            </a:r>
            <a:endParaRPr lang="en-IN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F2C5B1-24A1-7775-EEF9-AAC9ABAC6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692D06-89E2-8EE2-09C0-C79F083C3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99E900-E89F-8F9E-7643-F55E6FBE4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4763059"/>
            <a:ext cx="3651115" cy="209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13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06D3E-4E14-B853-EE17-5B1439EA4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0F6018-75E4-7E78-12CF-AAE5141F2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0"/>
            <a:ext cx="1219200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4D2DC5-5EF0-C609-713E-F3B9A313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8BD59C-30C0-9AF1-0B06-BCF952A8D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155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0EE3-E155-B9D9-0611-A185FCFF4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94FD3F-CCAB-328E-E1FB-38888F5C0D35}"/>
              </a:ext>
            </a:extLst>
          </p:cNvPr>
          <p:cNvSpPr/>
          <p:nvPr/>
        </p:nvSpPr>
        <p:spPr>
          <a:xfrm>
            <a:off x="0" y="0"/>
            <a:ext cx="12166060" cy="5847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654B70-33DA-98A5-498B-E569D17FFE2A}"/>
              </a:ext>
            </a:extLst>
          </p:cNvPr>
          <p:cNvSpPr txBox="1"/>
          <p:nvPr/>
        </p:nvSpPr>
        <p:spPr>
          <a:xfrm>
            <a:off x="0" y="0"/>
            <a:ext cx="4623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-18" dirty="0">
                <a:latin typeface="IBM Plex Sans" panose="00000700000000000000" pitchFamily="2" charset="0"/>
              </a:rPr>
              <a:t>Tableau</a:t>
            </a:r>
            <a:r>
              <a:rPr lang="en-US" sz="3200" b="1" dirty="0"/>
              <a:t> Dashboard</a:t>
            </a:r>
            <a:endParaRPr lang="en-IN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7FC06C-88D5-0DBE-A74A-DE71D101B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8121"/>
            <a:ext cx="12166060" cy="62598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1255E9-0591-7E4C-2531-7EB53C2D0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3608" y="4319081"/>
            <a:ext cx="3855396" cy="25389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A2E18D-95F6-2274-FA79-D50D843AC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552" y="4319080"/>
            <a:ext cx="3573293" cy="25389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903449D-AB7F-ADA9-3CBA-F86A62C3D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57393" y="4319080"/>
            <a:ext cx="3855396" cy="253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70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92EA7-80D9-D37C-713A-54FDF4F1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7B13CD8-8478-C7C7-FAFB-56C627D80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6060" cy="68580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0E3412-3B06-B8B4-A855-088DA3018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0" y="0"/>
            <a:ext cx="12140120" cy="68579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28DAB3-A0E6-1ABD-96B8-ED5637FCD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4319080"/>
            <a:ext cx="3573293" cy="25389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02C65FB-9C0F-0248-A722-4F760DAB02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52841" y="4319080"/>
            <a:ext cx="3855396" cy="253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29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520DB-DD13-4E94-036F-6A399E1CE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540D5B1-A0D1-E7F3-2B11-2BC24CF21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6060" cy="68580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6F191C-1EF2-360D-7982-D0404D009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0" y="0"/>
            <a:ext cx="12140120" cy="68579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F34D3F-C43E-C3D8-3FBA-B19CDB806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0" y="0"/>
            <a:ext cx="12140119" cy="68579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1CA5FB-DA47-C17E-E175-BD2A542247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4319080"/>
            <a:ext cx="3855396" cy="253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869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A4211-0D82-6942-A59B-3C8D875DE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80A8A65-7D31-38E6-E58D-CD3EEA981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6060" cy="68580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6E6001-E2DD-740C-510C-56B995438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0" y="0"/>
            <a:ext cx="12140120" cy="68579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61E267-DED3-FA76-32F5-EE8A9184E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0" y="0"/>
            <a:ext cx="12140119" cy="68579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60FE9B-6C6C-0F89-06DF-43153E881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40" y="0"/>
            <a:ext cx="1214012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962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B1739-E284-6681-2F30-BD9B422C2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58086B-92D5-CA3A-44C8-164F9A4F1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300"/>
            <a:ext cx="12192000" cy="63626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491D87D-3A36-1E09-A5C9-5019D062D997}"/>
              </a:ext>
            </a:extLst>
          </p:cNvPr>
          <p:cNvSpPr/>
          <p:nvPr/>
        </p:nvSpPr>
        <p:spPr>
          <a:xfrm>
            <a:off x="0" y="0"/>
            <a:ext cx="12166060" cy="5847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tx1"/>
                </a:solidFill>
              </a:rPr>
              <a:t>Power BI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18383-FD0E-BC51-9309-C6E7A043C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5176444"/>
            <a:ext cx="3015575" cy="1681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726439-B2F0-C6FA-80AB-2CA9D5597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4977" y="5176444"/>
            <a:ext cx="2800352" cy="16815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E9FED4-C239-EDAB-AA69-9526C01D0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2731" y="5176444"/>
            <a:ext cx="2592826" cy="168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77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37FED-2F1A-61F1-19D2-BF2EEE11C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CC066A-E1B6-A377-DD99-5FDA89395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300"/>
            <a:ext cx="12192000" cy="63626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6099FB-6127-0E81-4D8E-AAD025D4B9F3}"/>
              </a:ext>
            </a:extLst>
          </p:cNvPr>
          <p:cNvSpPr/>
          <p:nvPr/>
        </p:nvSpPr>
        <p:spPr>
          <a:xfrm>
            <a:off x="0" y="0"/>
            <a:ext cx="12166060" cy="5847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tx1"/>
                </a:solidFill>
              </a:rPr>
              <a:t>Power BI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E963EC-5F98-EC96-B29C-B0603A62D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0" y="0"/>
            <a:ext cx="12140120" cy="6857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713E81-7190-69A5-E79C-D27253996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8022" y="5176444"/>
            <a:ext cx="2800352" cy="16815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BD8A6E-137C-8A89-6A88-43BBD6F1F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4396" y="5176444"/>
            <a:ext cx="2592826" cy="168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03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82AD1-A348-FCAA-03F6-94891CB71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28F0A4-12A0-04D1-4150-EDBB9EC51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300"/>
            <a:ext cx="12192000" cy="63626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F7A1DD-6AFE-CEE7-2E5F-07F63606D5CB}"/>
              </a:ext>
            </a:extLst>
          </p:cNvPr>
          <p:cNvSpPr/>
          <p:nvPr/>
        </p:nvSpPr>
        <p:spPr>
          <a:xfrm>
            <a:off x="0" y="0"/>
            <a:ext cx="12166060" cy="5847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tx1"/>
                </a:solidFill>
              </a:rPr>
              <a:t>Power BI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C85A17-7E95-0388-8E0D-2A48B5A37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0" y="0"/>
            <a:ext cx="12140120" cy="6857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E170CB-FB9B-0FBE-5984-8911E2037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0" y="-136187"/>
            <a:ext cx="12192000" cy="70240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DCBBE0-40D0-F1AB-0ED4-FF15D6EA1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2286" y="5206331"/>
            <a:ext cx="2592826" cy="168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801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EFBFB-7B1D-20CD-A3A4-1B2A21B71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B5BE04-4955-3A6E-A313-664E3CE8C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300"/>
            <a:ext cx="12192000" cy="63626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AE5647C-EBF0-4EBF-C6EF-0A0C07A96230}"/>
              </a:ext>
            </a:extLst>
          </p:cNvPr>
          <p:cNvSpPr/>
          <p:nvPr/>
        </p:nvSpPr>
        <p:spPr>
          <a:xfrm>
            <a:off x="0" y="0"/>
            <a:ext cx="12166060" cy="5847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tx1"/>
                </a:solidFill>
              </a:rPr>
              <a:t>Power BI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80BE7F-4AB2-8A32-49FC-DB750BF74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0" y="0"/>
            <a:ext cx="12140120" cy="6857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71C984-5F3A-8E63-11ED-2520DF428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0" y="-136187"/>
            <a:ext cx="12192000" cy="70240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4CA825-D751-B3F3-F820-A8F9F4CC40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36187"/>
            <a:ext cx="12243879" cy="699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163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521D9-64A5-7F8A-DE15-3F5CA658B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388573C-4155-BA2B-CE90-0C2619654E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A8F827-04E1-0D66-CF4A-4CF479D2D186}"/>
              </a:ext>
            </a:extLst>
          </p:cNvPr>
          <p:cNvSpPr/>
          <p:nvPr/>
        </p:nvSpPr>
        <p:spPr>
          <a:xfrm>
            <a:off x="0" y="0"/>
            <a:ext cx="12166060" cy="5847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rgbClr val="002060"/>
                </a:solidFill>
              </a:rPr>
              <a:t>SQL Query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B759D9-5A8C-6B4A-36C1-F8FF93408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84774"/>
            <a:ext cx="11605621" cy="62732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F964C0-B0CC-967E-D6FC-90837A6653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2" y="584774"/>
            <a:ext cx="11182832" cy="62732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CE599E-0429-1CA4-8070-DCD4606056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32" y="584774"/>
            <a:ext cx="10904809" cy="62732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E2AA38-5C5B-9757-1020-FC06A53AE3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2929"/>
            <a:ext cx="11605621" cy="62769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525BD4-B3D0-CCBA-A0D1-C5D8651C8C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3" y="582928"/>
            <a:ext cx="11539787" cy="62206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78DF228-2124-1EF6-6144-26A84EEE16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2" y="581082"/>
            <a:ext cx="10513678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1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81BE7-153B-2F3B-27B4-6033472B5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859CB80-D323-FA83-F5BB-84A4B8F7048B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4400" dirty="0">
              <a:solidFill>
                <a:schemeClr val="accent1">
                  <a:lumMod val="40000"/>
                  <a:lumOff val="60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FD6F1B-BE90-CCBC-2060-535B3C213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797" y="220104"/>
            <a:ext cx="6374595" cy="773651"/>
          </a:xfrm>
        </p:spPr>
        <p:txBody>
          <a:bodyPr>
            <a:noAutofit/>
          </a:bodyPr>
          <a:lstStyle/>
          <a:p>
            <a:pPr algn="l">
              <a:lnSpc>
                <a:spcPts val="3600"/>
              </a:lnSpc>
            </a:pPr>
            <a:r>
              <a:rPr lang="en-IN" sz="6600" b="1" dirty="0">
                <a:solidFill>
                  <a:srgbClr val="FF0000"/>
                </a:solidFill>
                <a:latin typeface="+mn-lt"/>
              </a:rPr>
              <a:t>Findings</a:t>
            </a:r>
            <a:r>
              <a:rPr lang="en-IN" b="1" dirty="0">
                <a:solidFill>
                  <a:srgbClr val="FF0000"/>
                </a:solidFill>
                <a:latin typeface="+mn-lt"/>
              </a:rPr>
              <a:t>:</a:t>
            </a:r>
            <a:endParaRPr lang="en-US" sz="54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D75BCA-591D-29FD-5DA9-E9A6FB3C3B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-1" y="0"/>
            <a:ext cx="12192000" cy="685800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B061981-5104-831F-85C5-445E49B1681B}"/>
              </a:ext>
            </a:extLst>
          </p:cNvPr>
          <p:cNvSpPr txBox="1">
            <a:spLocks/>
          </p:cNvSpPr>
          <p:nvPr/>
        </p:nvSpPr>
        <p:spPr>
          <a:xfrm>
            <a:off x="142797" y="220103"/>
            <a:ext cx="8134402" cy="52867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Revenue is strong but heavily dependent on a few key buyers.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Production volume is high, indicating strong operational capacity.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On-time delivery rate is below optimal performance standards.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Early and late deliveries are almost equal, showing planning inconsistency.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0889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5664B-1789-A039-2562-984C4054E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F288B2A-B4B4-E4E8-FF2D-C041A97A5902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4400" dirty="0">
              <a:solidFill>
                <a:schemeClr val="accent1">
                  <a:lumMod val="40000"/>
                  <a:lumOff val="60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8828-2517-19BE-4D06-0D53AF3D5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653" y="38100"/>
            <a:ext cx="6374595" cy="773651"/>
          </a:xfrm>
        </p:spPr>
        <p:txBody>
          <a:bodyPr>
            <a:noAutofit/>
          </a:bodyPr>
          <a:lstStyle/>
          <a:p>
            <a:pPr algn="l">
              <a:lnSpc>
                <a:spcPts val="3600"/>
              </a:lnSpc>
            </a:pPr>
            <a:r>
              <a:rPr lang="en-IN" sz="5400" b="1" dirty="0">
                <a:solidFill>
                  <a:srgbClr val="FF0000"/>
                </a:solidFill>
                <a:latin typeface="+mn-lt"/>
              </a:rPr>
              <a:t>Suggestions</a:t>
            </a:r>
            <a:r>
              <a:rPr lang="en-IN" sz="4800" b="1" dirty="0">
                <a:solidFill>
                  <a:srgbClr val="FF0000"/>
                </a:solidFill>
                <a:latin typeface="+mn-lt"/>
              </a:rPr>
              <a:t>:</a:t>
            </a:r>
            <a:endParaRPr lang="en-US" sz="44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AD8D98-B226-4FD3-5C12-2668EBA5E8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1F4953A-952F-B39A-0971-791413661092}"/>
              </a:ext>
            </a:extLst>
          </p:cNvPr>
          <p:cNvSpPr txBox="1">
            <a:spLocks/>
          </p:cNvSpPr>
          <p:nvPr/>
        </p:nvSpPr>
        <p:spPr>
          <a:xfrm>
            <a:off x="114653" y="1210310"/>
            <a:ext cx="6603647" cy="37973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Enhance </a:t>
            </a:r>
            <a:r>
              <a:rPr lang="en-IN" sz="2800" b="1" dirty="0" err="1"/>
              <a:t>OnTime</a:t>
            </a:r>
            <a:r>
              <a:rPr lang="en-IN" sz="2800" b="1" dirty="0"/>
              <a:t> Delivery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Optimise Machine Utilisation &amp; Costs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Improve Quality Control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Leverage Repeat Orders Insight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Empower Employees with Data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Integrate Dashboards with ERP</a:t>
            </a:r>
            <a:endParaRPr lang="en-US" sz="2800" b="1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5671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7728C-D269-051D-5983-D0F2376DC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4EACDD9-B5D9-5D43-77BF-EB75C292BBAB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4400" dirty="0">
              <a:solidFill>
                <a:schemeClr val="accent1">
                  <a:lumMod val="40000"/>
                  <a:lumOff val="60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DB2293-3637-9E44-959E-C44CC2390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7812" y="2198452"/>
            <a:ext cx="9144000" cy="1583886"/>
          </a:xfrm>
          <a:effectLst>
            <a:glow rad="139700">
              <a:schemeClr val="accent5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  <a:reflection blurRad="6350" stA="50000" endA="300" endPos="55500" dist="50800" dir="5400000" sy="-100000" algn="bl" rotWithShape="0"/>
            <a:softEdge rad="12700"/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>
            <a:noAutofit/>
          </a:bodyPr>
          <a:lstStyle/>
          <a:p>
            <a:r>
              <a:rPr lang="en-IN" sz="13600" b="1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326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296</Words>
  <Application>Microsoft Office PowerPoint</Application>
  <PresentationFormat>Widescreen</PresentationFormat>
  <Paragraphs>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Cabin</vt:lpstr>
      <vt:lpstr>Calibri</vt:lpstr>
      <vt:lpstr>Calibri Light</vt:lpstr>
      <vt:lpstr>IBM Plex Sans</vt:lpstr>
      <vt:lpstr>Office Theme</vt:lpstr>
      <vt:lpstr>MANUFACTURING ANALYSIS </vt:lpstr>
      <vt:lpstr>Sahil Rajesh Gupta           Kasoju Akshitha                        Manasi Prashant Daph                                      Ganesh Amar Dudhal                                                      Kajol Prasad Satardekar                                                               Khushi Meghe                                                                            Vishal Prasad </vt:lpstr>
      <vt:lpstr>Aim of the Project:</vt:lpstr>
      <vt:lpstr>Objectives of the Project:</vt:lpstr>
      <vt:lpstr>Excel Dashboard</vt:lpstr>
      <vt:lpstr>Excel Dashboard</vt:lpstr>
      <vt:lpstr>Excel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Findings:</vt:lpstr>
      <vt:lpstr>Suggestions: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 gupta</dc:creator>
  <cp:lastModifiedBy>Vishal Prasad</cp:lastModifiedBy>
  <cp:revision>6</cp:revision>
  <dcterms:created xsi:type="dcterms:W3CDTF">2026-02-28T05:27:28Z</dcterms:created>
  <dcterms:modified xsi:type="dcterms:W3CDTF">2026-03-23T06:42:53Z</dcterms:modified>
</cp:coreProperties>
</file>